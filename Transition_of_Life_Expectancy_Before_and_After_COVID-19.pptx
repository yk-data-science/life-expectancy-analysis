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notesMasterIdLst>
    <p:notesMasterId r:id="rId17"/>
  </p:notesMasterIdLst>
  <p:sldIdLst>
    <p:sldId id="256" r:id="rId2"/>
    <p:sldId id="262" r:id="rId3"/>
    <p:sldId id="268" r:id="rId4"/>
    <p:sldId id="257" r:id="rId5"/>
    <p:sldId id="258" r:id="rId6"/>
    <p:sldId id="259" r:id="rId7"/>
    <p:sldId id="269" r:id="rId8"/>
    <p:sldId id="260" r:id="rId9"/>
    <p:sldId id="270" r:id="rId10"/>
    <p:sldId id="261" r:id="rId11"/>
    <p:sldId id="271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2C6AB1-CF32-4DD3-B18C-764EC5C39CD6}" v="149" dt="2025-01-14T10:11:39.6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779" autoAdjust="0"/>
  </p:normalViewPr>
  <p:slideViewPr>
    <p:cSldViewPr snapToGrid="0">
      <p:cViewPr varScale="1">
        <p:scale>
          <a:sx n="70" d="100"/>
          <a:sy n="70" d="100"/>
        </p:scale>
        <p:origin x="90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 K" userId="7271096428e87f8f" providerId="LiveId" clId="{222C6AB1-CF32-4DD3-B18C-764EC5C39CD6}"/>
    <pc:docChg chg="undo redo custSel addSld delSld modSld sldOrd">
      <pc:chgData name="Y K" userId="7271096428e87f8f" providerId="LiveId" clId="{222C6AB1-CF32-4DD3-B18C-764EC5C39CD6}" dt="2025-01-14T10:34:22.097" v="3179" actId="20577"/>
      <pc:docMkLst>
        <pc:docMk/>
      </pc:docMkLst>
      <pc:sldChg chg="addSp delSp modSp new mod modNotesTx">
        <pc:chgData name="Y K" userId="7271096428e87f8f" providerId="LiveId" clId="{222C6AB1-CF32-4DD3-B18C-764EC5C39CD6}" dt="2025-01-14T09:55:20.175" v="2456" actId="207"/>
        <pc:sldMkLst>
          <pc:docMk/>
          <pc:sldMk cId="2430434267" sldId="256"/>
        </pc:sldMkLst>
        <pc:spChg chg="mod">
          <ac:chgData name="Y K" userId="7271096428e87f8f" providerId="LiveId" clId="{222C6AB1-CF32-4DD3-B18C-764EC5C39CD6}" dt="2025-01-13T15:38:48.932" v="375"/>
          <ac:spMkLst>
            <pc:docMk/>
            <pc:sldMk cId="2430434267" sldId="256"/>
            <ac:spMk id="2" creationId="{D4E18244-056D-F3BE-2C77-B659522C4CE9}"/>
          </ac:spMkLst>
        </pc:spChg>
        <pc:spChg chg="mod">
          <ac:chgData name="Y K" userId="7271096428e87f8f" providerId="LiveId" clId="{222C6AB1-CF32-4DD3-B18C-764EC5C39CD6}" dt="2025-01-14T09:55:20.175" v="2456" actId="207"/>
          <ac:spMkLst>
            <pc:docMk/>
            <pc:sldMk cId="2430434267" sldId="256"/>
            <ac:spMk id="3" creationId="{45D96355-ED4A-1111-5FC8-AEBA617432F5}"/>
          </ac:spMkLst>
        </pc:spChg>
        <pc:spChg chg="add mod">
          <ac:chgData name="Y K" userId="7271096428e87f8f" providerId="LiveId" clId="{222C6AB1-CF32-4DD3-B18C-764EC5C39CD6}" dt="2025-01-13T15:28:47.388" v="295" actId="14100"/>
          <ac:spMkLst>
            <pc:docMk/>
            <pc:sldMk cId="2430434267" sldId="256"/>
            <ac:spMk id="4" creationId="{1EDF62F5-B3A5-BBE8-8F3B-786BC84723C0}"/>
          </ac:spMkLst>
        </pc:spChg>
        <pc:picChg chg="add del mod">
          <ac:chgData name="Y K" userId="7271096428e87f8f" providerId="LiveId" clId="{222C6AB1-CF32-4DD3-B18C-764EC5C39CD6}" dt="2025-01-13T15:29:33.158" v="300" actId="478"/>
          <ac:picMkLst>
            <pc:docMk/>
            <pc:sldMk cId="2430434267" sldId="256"/>
            <ac:picMk id="6" creationId="{4EE9A5C7-40B5-94EE-AE76-1666DEB7B202}"/>
          </ac:picMkLst>
        </pc:picChg>
        <pc:picChg chg="add mod">
          <ac:chgData name="Y K" userId="7271096428e87f8f" providerId="LiveId" clId="{222C6AB1-CF32-4DD3-B18C-764EC5C39CD6}" dt="2025-01-13T15:32:18.472" v="322" actId="1076"/>
          <ac:picMkLst>
            <pc:docMk/>
            <pc:sldMk cId="2430434267" sldId="256"/>
            <ac:picMk id="8" creationId="{8BD47A9E-2ACD-FA9F-9645-7E394D57EC15}"/>
          </ac:picMkLst>
        </pc:picChg>
      </pc:sldChg>
      <pc:sldChg chg="addSp delSp modSp new mod modNotesTx">
        <pc:chgData name="Y K" userId="7271096428e87f8f" providerId="LiveId" clId="{222C6AB1-CF32-4DD3-B18C-764EC5C39CD6}" dt="2025-01-13T21:10:28.871" v="2177" actId="20577"/>
        <pc:sldMkLst>
          <pc:docMk/>
          <pc:sldMk cId="2899084815" sldId="257"/>
        </pc:sldMkLst>
        <pc:spChg chg="mod">
          <ac:chgData name="Y K" userId="7271096428e87f8f" providerId="LiveId" clId="{222C6AB1-CF32-4DD3-B18C-764EC5C39CD6}" dt="2025-01-13T16:57:35.607" v="732" actId="20577"/>
          <ac:spMkLst>
            <pc:docMk/>
            <pc:sldMk cId="2899084815" sldId="257"/>
            <ac:spMk id="2" creationId="{54049DEC-83AD-5046-D8C5-B47685FA2D5E}"/>
          </ac:spMkLst>
        </pc:spChg>
        <pc:spChg chg="del mod">
          <ac:chgData name="Y K" userId="7271096428e87f8f" providerId="LiveId" clId="{222C6AB1-CF32-4DD3-B18C-764EC5C39CD6}" dt="2025-01-13T16:58:23.904" v="754" actId="478"/>
          <ac:spMkLst>
            <pc:docMk/>
            <pc:sldMk cId="2899084815" sldId="257"/>
            <ac:spMk id="3" creationId="{52839FE8-98C8-CCB4-B1FA-E6B439C5749F}"/>
          </ac:spMkLst>
        </pc:spChg>
        <pc:spChg chg="add mod">
          <ac:chgData name="Y K" userId="7271096428e87f8f" providerId="LiveId" clId="{222C6AB1-CF32-4DD3-B18C-764EC5C39CD6}" dt="2025-01-13T16:59:01.323" v="765" actId="122"/>
          <ac:spMkLst>
            <pc:docMk/>
            <pc:sldMk cId="2899084815" sldId="257"/>
            <ac:spMk id="4" creationId="{923B8C1D-3650-5B02-6038-25AE442D0C7F}"/>
          </ac:spMkLst>
        </pc:spChg>
      </pc:sldChg>
      <pc:sldChg chg="addSp delSp modSp add mod modNotesTx">
        <pc:chgData name="Y K" userId="7271096428e87f8f" providerId="LiveId" clId="{222C6AB1-CF32-4DD3-B18C-764EC5C39CD6}" dt="2025-01-14T10:07:28.974" v="2745" actId="20577"/>
        <pc:sldMkLst>
          <pc:docMk/>
          <pc:sldMk cId="387788009" sldId="258"/>
        </pc:sldMkLst>
        <pc:spChg chg="mod">
          <ac:chgData name="Y K" userId="7271096428e87f8f" providerId="LiveId" clId="{222C6AB1-CF32-4DD3-B18C-764EC5C39CD6}" dt="2025-01-13T17:01:10.439" v="767" actId="27636"/>
          <ac:spMkLst>
            <pc:docMk/>
            <pc:sldMk cId="387788009" sldId="258"/>
            <ac:spMk id="2" creationId="{EC2D386D-D629-9826-66DD-6A1C2DD71C53}"/>
          </ac:spMkLst>
        </pc:spChg>
        <pc:spChg chg="add mod">
          <ac:chgData name="Y K" userId="7271096428e87f8f" providerId="LiveId" clId="{222C6AB1-CF32-4DD3-B18C-764EC5C39CD6}" dt="2025-01-14T10:05:54.648" v="2630" actId="1076"/>
          <ac:spMkLst>
            <pc:docMk/>
            <pc:sldMk cId="387788009" sldId="258"/>
            <ac:spMk id="3" creationId="{3308DC2D-F8CA-96DF-7EC2-AFC6272ACCC4}"/>
          </ac:spMkLst>
        </pc:spChg>
        <pc:spChg chg="add del mod">
          <ac:chgData name="Y K" userId="7271096428e87f8f" providerId="LiveId" clId="{222C6AB1-CF32-4DD3-B18C-764EC5C39CD6}" dt="2025-01-13T17:04:22.499" v="922" actId="478"/>
          <ac:spMkLst>
            <pc:docMk/>
            <pc:sldMk cId="387788009" sldId="258"/>
            <ac:spMk id="3" creationId="{ED682669-B487-396F-5435-FF4518C5AADA}"/>
          </ac:spMkLst>
        </pc:spChg>
        <pc:spChg chg="add mod">
          <ac:chgData name="Y K" userId="7271096428e87f8f" providerId="LiveId" clId="{222C6AB1-CF32-4DD3-B18C-764EC5C39CD6}" dt="2025-01-14T09:49:40.341" v="2361" actId="20577"/>
          <ac:spMkLst>
            <pc:docMk/>
            <pc:sldMk cId="387788009" sldId="258"/>
            <ac:spMk id="6" creationId="{A52F8B15-B72F-8125-0C25-71CAC6592DD5}"/>
          </ac:spMkLst>
        </pc:spChg>
        <pc:spChg chg="add">
          <ac:chgData name="Y K" userId="7271096428e87f8f" providerId="LiveId" clId="{222C6AB1-CF32-4DD3-B18C-764EC5C39CD6}" dt="2025-01-13T17:31:39.070" v="943"/>
          <ac:spMkLst>
            <pc:docMk/>
            <pc:sldMk cId="387788009" sldId="258"/>
            <ac:spMk id="9" creationId="{67DE1D84-9BA1-97D3-C6F4-922EA8D58ACF}"/>
          </ac:spMkLst>
        </pc:spChg>
        <pc:spChg chg="add mod">
          <ac:chgData name="Y K" userId="7271096428e87f8f" providerId="LiveId" clId="{222C6AB1-CF32-4DD3-B18C-764EC5C39CD6}" dt="2025-01-13T20:01:23.888" v="1745" actId="14100"/>
          <ac:spMkLst>
            <pc:docMk/>
            <pc:sldMk cId="387788009" sldId="258"/>
            <ac:spMk id="10" creationId="{56CC0AE3-C665-508F-BF55-55DC84E97842}"/>
          </ac:spMkLst>
        </pc:spChg>
        <pc:spChg chg="add mod">
          <ac:chgData name="Y K" userId="7271096428e87f8f" providerId="LiveId" clId="{222C6AB1-CF32-4DD3-B18C-764EC5C39CD6}" dt="2025-01-13T20:01:31.417" v="1746"/>
          <ac:spMkLst>
            <pc:docMk/>
            <pc:sldMk cId="387788009" sldId="258"/>
            <ac:spMk id="11" creationId="{50E37E33-90C8-99C4-6505-F953973D159E}"/>
          </ac:spMkLst>
        </pc:spChg>
        <pc:spChg chg="add mod">
          <ac:chgData name="Y K" userId="7271096428e87f8f" providerId="LiveId" clId="{222C6AB1-CF32-4DD3-B18C-764EC5C39CD6}" dt="2025-01-13T20:01:59.894" v="1752" actId="1076"/>
          <ac:spMkLst>
            <pc:docMk/>
            <pc:sldMk cId="387788009" sldId="258"/>
            <ac:spMk id="12" creationId="{F6408161-FE24-BE53-3CD7-BBBFD4791E30}"/>
          </ac:spMkLst>
        </pc:spChg>
        <pc:picChg chg="add del mod ord">
          <ac:chgData name="Y K" userId="7271096428e87f8f" providerId="LiveId" clId="{222C6AB1-CF32-4DD3-B18C-764EC5C39CD6}" dt="2025-01-13T17:28:08.434" v="934" actId="478"/>
          <ac:picMkLst>
            <pc:docMk/>
            <pc:sldMk cId="387788009" sldId="258"/>
            <ac:picMk id="5" creationId="{2A66581F-DD65-E210-0F43-6AC0BA8B0938}"/>
          </ac:picMkLst>
        </pc:picChg>
        <pc:picChg chg="add mod ord">
          <ac:chgData name="Y K" userId="7271096428e87f8f" providerId="LiveId" clId="{222C6AB1-CF32-4DD3-B18C-764EC5C39CD6}" dt="2025-01-13T20:01:45.951" v="1750" actId="1076"/>
          <ac:picMkLst>
            <pc:docMk/>
            <pc:sldMk cId="387788009" sldId="258"/>
            <ac:picMk id="8" creationId="{33BA5FA2-04AA-F0AA-01B8-12CD32F4BD5B}"/>
          </ac:picMkLst>
        </pc:picChg>
      </pc:sldChg>
      <pc:sldChg chg="addSp delSp modSp add mod ord modNotesTx">
        <pc:chgData name="Y K" userId="7271096428e87f8f" providerId="LiveId" clId="{222C6AB1-CF32-4DD3-B18C-764EC5C39CD6}" dt="2025-01-14T10:33:04.088" v="3112" actId="20577"/>
        <pc:sldMkLst>
          <pc:docMk/>
          <pc:sldMk cId="149682106" sldId="259"/>
        </pc:sldMkLst>
        <pc:spChg chg="mod">
          <ac:chgData name="Y K" userId="7271096428e87f8f" providerId="LiveId" clId="{222C6AB1-CF32-4DD3-B18C-764EC5C39CD6}" dt="2025-01-13T18:11:31.292" v="1202" actId="20577"/>
          <ac:spMkLst>
            <pc:docMk/>
            <pc:sldMk cId="149682106" sldId="259"/>
            <ac:spMk id="2" creationId="{DA61EF41-FA36-B7AD-D2AD-70EEE68BE31F}"/>
          </ac:spMkLst>
        </pc:spChg>
        <pc:spChg chg="mod">
          <ac:chgData name="Y K" userId="7271096428e87f8f" providerId="LiveId" clId="{222C6AB1-CF32-4DD3-B18C-764EC5C39CD6}" dt="2025-01-13T21:10:43.776" v="2178" actId="1076"/>
          <ac:spMkLst>
            <pc:docMk/>
            <pc:sldMk cId="149682106" sldId="259"/>
            <ac:spMk id="3" creationId="{577808B3-AE59-126D-F9D8-E27D4B727EAC}"/>
          </ac:spMkLst>
        </pc:spChg>
        <pc:spChg chg="add mod">
          <ac:chgData name="Y K" userId="7271096428e87f8f" providerId="LiveId" clId="{222C6AB1-CF32-4DD3-B18C-764EC5C39CD6}" dt="2025-01-13T18:02:47.675" v="1159" actId="1076"/>
          <ac:spMkLst>
            <pc:docMk/>
            <pc:sldMk cId="149682106" sldId="259"/>
            <ac:spMk id="8" creationId="{D1FDD929-081C-5C6D-1923-5C25D62E85DE}"/>
          </ac:spMkLst>
        </pc:spChg>
        <pc:spChg chg="add">
          <ac:chgData name="Y K" userId="7271096428e87f8f" providerId="LiveId" clId="{222C6AB1-CF32-4DD3-B18C-764EC5C39CD6}" dt="2025-01-13T17:57:47.810" v="1092"/>
          <ac:spMkLst>
            <pc:docMk/>
            <pc:sldMk cId="149682106" sldId="259"/>
            <ac:spMk id="9" creationId="{D8E5DF8C-879A-24E3-C857-BE33F14DEAB7}"/>
          </ac:spMkLst>
        </pc:spChg>
        <pc:spChg chg="add mod">
          <ac:chgData name="Y K" userId="7271096428e87f8f" providerId="LiveId" clId="{222C6AB1-CF32-4DD3-B18C-764EC5C39CD6}" dt="2025-01-13T17:58:03.722" v="1094"/>
          <ac:spMkLst>
            <pc:docMk/>
            <pc:sldMk cId="149682106" sldId="259"/>
            <ac:spMk id="10" creationId="{4CE940AA-637D-FB5A-FED4-749629362555}"/>
          </ac:spMkLst>
        </pc:spChg>
        <pc:spChg chg="add">
          <ac:chgData name="Y K" userId="7271096428e87f8f" providerId="LiveId" clId="{222C6AB1-CF32-4DD3-B18C-764EC5C39CD6}" dt="2025-01-13T17:58:06.513" v="1097"/>
          <ac:spMkLst>
            <pc:docMk/>
            <pc:sldMk cId="149682106" sldId="259"/>
            <ac:spMk id="11" creationId="{A68F4D71-C627-D2B1-9685-CBEB4877548A}"/>
          </ac:spMkLst>
        </pc:spChg>
        <pc:spChg chg="add del">
          <ac:chgData name="Y K" userId="7271096428e87f8f" providerId="LiveId" clId="{222C6AB1-CF32-4DD3-B18C-764EC5C39CD6}" dt="2025-01-13T17:58:14.545" v="1100" actId="22"/>
          <ac:spMkLst>
            <pc:docMk/>
            <pc:sldMk cId="149682106" sldId="259"/>
            <ac:spMk id="13" creationId="{77D0E244-7918-4BFB-46E2-9B47F1B53A83}"/>
          </ac:spMkLst>
        </pc:spChg>
        <pc:spChg chg="add">
          <ac:chgData name="Y K" userId="7271096428e87f8f" providerId="LiveId" clId="{222C6AB1-CF32-4DD3-B18C-764EC5C39CD6}" dt="2025-01-13T17:58:31.720" v="1108"/>
          <ac:spMkLst>
            <pc:docMk/>
            <pc:sldMk cId="149682106" sldId="259"/>
            <ac:spMk id="14" creationId="{3ED132DB-E977-C9D0-D614-72339D2E79C0}"/>
          </ac:spMkLst>
        </pc:spChg>
        <pc:spChg chg="add mod">
          <ac:chgData name="Y K" userId="7271096428e87f8f" providerId="LiveId" clId="{222C6AB1-CF32-4DD3-B18C-764EC5C39CD6}" dt="2025-01-13T18:06:12.199" v="1186" actId="1076"/>
          <ac:spMkLst>
            <pc:docMk/>
            <pc:sldMk cId="149682106" sldId="259"/>
            <ac:spMk id="17" creationId="{6DECEFB2-C41D-9B02-5650-86C20199FBF1}"/>
          </ac:spMkLst>
        </pc:spChg>
        <pc:spChg chg="add mod">
          <ac:chgData name="Y K" userId="7271096428e87f8f" providerId="LiveId" clId="{222C6AB1-CF32-4DD3-B18C-764EC5C39CD6}" dt="2025-01-13T18:05:57.118" v="1183" actId="1076"/>
          <ac:spMkLst>
            <pc:docMk/>
            <pc:sldMk cId="149682106" sldId="259"/>
            <ac:spMk id="18" creationId="{09DD33B1-E142-E2F2-EA21-0FA22C049D15}"/>
          </ac:spMkLst>
        </pc:spChg>
        <pc:spChg chg="add mod">
          <ac:chgData name="Y K" userId="7271096428e87f8f" providerId="LiveId" clId="{222C6AB1-CF32-4DD3-B18C-764EC5C39CD6}" dt="2025-01-13T18:06:44.205" v="1188" actId="1076"/>
          <ac:spMkLst>
            <pc:docMk/>
            <pc:sldMk cId="149682106" sldId="259"/>
            <ac:spMk id="19" creationId="{AF514082-0089-3DDE-A8AD-F174A37523D3}"/>
          </ac:spMkLst>
        </pc:spChg>
        <pc:spChg chg="add mod">
          <ac:chgData name="Y K" userId="7271096428e87f8f" providerId="LiveId" clId="{222C6AB1-CF32-4DD3-B18C-764EC5C39CD6}" dt="2025-01-13T18:06:52.837" v="1190" actId="1076"/>
          <ac:spMkLst>
            <pc:docMk/>
            <pc:sldMk cId="149682106" sldId="259"/>
            <ac:spMk id="20" creationId="{7A3585F1-70D3-96B3-8334-54093BA2B894}"/>
          </ac:spMkLst>
        </pc:spChg>
        <pc:picChg chg="add mod">
          <ac:chgData name="Y K" userId="7271096428e87f8f" providerId="LiveId" clId="{222C6AB1-CF32-4DD3-B18C-764EC5C39CD6}" dt="2025-01-14T09:51:01.419" v="2368" actId="1076"/>
          <ac:picMkLst>
            <pc:docMk/>
            <pc:sldMk cId="149682106" sldId="259"/>
            <ac:picMk id="4" creationId="{5751A178-77AA-3CA2-B019-4F991584E7D5}"/>
          </ac:picMkLst>
        </pc:picChg>
        <pc:picChg chg="add mod">
          <ac:chgData name="Y K" userId="7271096428e87f8f" providerId="LiveId" clId="{222C6AB1-CF32-4DD3-B18C-764EC5C39CD6}" dt="2025-01-13T17:50:14.879" v="1023"/>
          <ac:picMkLst>
            <pc:docMk/>
            <pc:sldMk cId="149682106" sldId="259"/>
            <ac:picMk id="5" creationId="{B0392FDC-EA1F-2CCC-CABE-CFE9EE25AD5D}"/>
          </ac:picMkLst>
        </pc:picChg>
        <pc:picChg chg="add del mod modCrop">
          <ac:chgData name="Y K" userId="7271096428e87f8f" providerId="LiveId" clId="{222C6AB1-CF32-4DD3-B18C-764EC5C39CD6}" dt="2025-01-13T18:03:55.881" v="1169" actId="478"/>
          <ac:picMkLst>
            <pc:docMk/>
            <pc:sldMk cId="149682106" sldId="259"/>
            <ac:picMk id="7" creationId="{EB87F936-7EE5-3BC5-4B08-EC8352898412}"/>
          </ac:picMkLst>
        </pc:picChg>
        <pc:picChg chg="add mod modCrop">
          <ac:chgData name="Y K" userId="7271096428e87f8f" providerId="LiveId" clId="{222C6AB1-CF32-4DD3-B18C-764EC5C39CD6}" dt="2025-01-13T20:00:44.414" v="1737" actId="1076"/>
          <ac:picMkLst>
            <pc:docMk/>
            <pc:sldMk cId="149682106" sldId="259"/>
            <ac:picMk id="16" creationId="{01266316-F09C-EB25-9F39-F2BE314BA476}"/>
          </ac:picMkLst>
        </pc:picChg>
      </pc:sldChg>
      <pc:sldChg chg="addSp delSp modSp add mod modNotesTx">
        <pc:chgData name="Y K" userId="7271096428e87f8f" providerId="LiveId" clId="{222C6AB1-CF32-4DD3-B18C-764EC5C39CD6}" dt="2025-01-14T10:13:26.246" v="2911" actId="20577"/>
        <pc:sldMkLst>
          <pc:docMk/>
          <pc:sldMk cId="1622861076" sldId="260"/>
        </pc:sldMkLst>
        <pc:spChg chg="mod">
          <ac:chgData name="Y K" userId="7271096428e87f8f" providerId="LiveId" clId="{222C6AB1-CF32-4DD3-B18C-764EC5C39CD6}" dt="2025-01-13T19:45:54.596" v="1601" actId="20577"/>
          <ac:spMkLst>
            <pc:docMk/>
            <pc:sldMk cId="1622861076" sldId="260"/>
            <ac:spMk id="2" creationId="{C140E1EB-4643-4595-9990-1291E7CCCDDA}"/>
          </ac:spMkLst>
        </pc:spChg>
        <pc:spChg chg="del mod">
          <ac:chgData name="Y K" userId="7271096428e87f8f" providerId="LiveId" clId="{222C6AB1-CF32-4DD3-B18C-764EC5C39CD6}" dt="2025-01-13T19:33:56.038" v="1327" actId="478"/>
          <ac:spMkLst>
            <pc:docMk/>
            <pc:sldMk cId="1622861076" sldId="260"/>
            <ac:spMk id="3" creationId="{9962CF93-2E57-DF06-DD90-D2198E59F52C}"/>
          </ac:spMkLst>
        </pc:spChg>
        <pc:spChg chg="add mod">
          <ac:chgData name="Y K" userId="7271096428e87f8f" providerId="LiveId" clId="{222C6AB1-CF32-4DD3-B18C-764EC5C39CD6}" dt="2025-01-14T09:51:29.530" v="2369" actId="14100"/>
          <ac:spMkLst>
            <pc:docMk/>
            <pc:sldMk cId="1622861076" sldId="260"/>
            <ac:spMk id="4" creationId="{0F02B76B-4F3F-4901-97B9-BB492CE34573}"/>
          </ac:spMkLst>
        </pc:spChg>
        <pc:spChg chg="add mod">
          <ac:chgData name="Y K" userId="7271096428e87f8f" providerId="LiveId" clId="{222C6AB1-CF32-4DD3-B18C-764EC5C39CD6}" dt="2025-01-13T21:13:25.769" v="2190" actId="14100"/>
          <ac:spMkLst>
            <pc:docMk/>
            <pc:sldMk cId="1622861076" sldId="260"/>
            <ac:spMk id="5" creationId="{38061072-8E21-509E-1FDA-0A7FFD15BFBD}"/>
          </ac:spMkLst>
        </pc:spChg>
        <pc:spChg chg="add">
          <ac:chgData name="Y K" userId="7271096428e87f8f" providerId="LiveId" clId="{222C6AB1-CF32-4DD3-B18C-764EC5C39CD6}" dt="2025-01-13T19:37:14.505" v="1493"/>
          <ac:spMkLst>
            <pc:docMk/>
            <pc:sldMk cId="1622861076" sldId="260"/>
            <ac:spMk id="6" creationId="{67FBDCAC-6CAD-F7E4-3965-C316DB366BE8}"/>
          </ac:spMkLst>
        </pc:spChg>
        <pc:spChg chg="add mod">
          <ac:chgData name="Y K" userId="7271096428e87f8f" providerId="LiveId" clId="{222C6AB1-CF32-4DD3-B18C-764EC5C39CD6}" dt="2025-01-13T21:11:44.933" v="2188" actId="207"/>
          <ac:spMkLst>
            <pc:docMk/>
            <pc:sldMk cId="1622861076" sldId="260"/>
            <ac:spMk id="8" creationId="{81CB3F8B-D664-8C5C-15C3-D6315C78160F}"/>
          </ac:spMkLst>
        </pc:spChg>
        <pc:spChg chg="add mod">
          <ac:chgData name="Y K" userId="7271096428e87f8f" providerId="LiveId" clId="{222C6AB1-CF32-4DD3-B18C-764EC5C39CD6}" dt="2025-01-13T20:08:40.773" v="1813" actId="1076"/>
          <ac:spMkLst>
            <pc:docMk/>
            <pc:sldMk cId="1622861076" sldId="260"/>
            <ac:spMk id="9" creationId="{99935773-FA43-A342-36D3-F451BB264729}"/>
          </ac:spMkLst>
        </pc:spChg>
      </pc:sldChg>
      <pc:sldChg chg="addSp modSp add mod modNotesTx">
        <pc:chgData name="Y K" userId="7271096428e87f8f" providerId="LiveId" clId="{222C6AB1-CF32-4DD3-B18C-764EC5C39CD6}" dt="2025-01-14T10:26:20.079" v="3016" actId="20577"/>
        <pc:sldMkLst>
          <pc:docMk/>
          <pc:sldMk cId="2579606992" sldId="261"/>
        </pc:sldMkLst>
        <pc:spChg chg="mod">
          <ac:chgData name="Y K" userId="7271096428e87f8f" providerId="LiveId" clId="{222C6AB1-CF32-4DD3-B18C-764EC5C39CD6}" dt="2025-01-13T20:10:14.831" v="1816"/>
          <ac:spMkLst>
            <pc:docMk/>
            <pc:sldMk cId="2579606992" sldId="261"/>
            <ac:spMk id="2" creationId="{C088AD42-BFB9-5E7F-165E-D7CC7325E3E7}"/>
          </ac:spMkLst>
        </pc:spChg>
        <pc:spChg chg="mod">
          <ac:chgData name="Y K" userId="7271096428e87f8f" providerId="LiveId" clId="{222C6AB1-CF32-4DD3-B18C-764EC5C39CD6}" dt="2025-01-13T20:17:20.481" v="1896" actId="113"/>
          <ac:spMkLst>
            <pc:docMk/>
            <pc:sldMk cId="2579606992" sldId="261"/>
            <ac:spMk id="3" creationId="{C778289E-2268-6AC4-408C-1544D841A61E}"/>
          </ac:spMkLst>
        </pc:spChg>
        <pc:picChg chg="add mod modCrop">
          <ac:chgData name="Y K" userId="7271096428e87f8f" providerId="LiveId" clId="{222C6AB1-CF32-4DD3-B18C-764EC5C39CD6}" dt="2025-01-13T20:16:40.038" v="1882" actId="14100"/>
          <ac:picMkLst>
            <pc:docMk/>
            <pc:sldMk cId="2579606992" sldId="261"/>
            <ac:picMk id="5" creationId="{54C9AC38-76A5-00E1-56A1-392A895CABDF}"/>
          </ac:picMkLst>
        </pc:picChg>
      </pc:sldChg>
      <pc:sldChg chg="addSp delSp modSp add mod modNotesTx">
        <pc:chgData name="Y K" userId="7271096428e87f8f" providerId="LiveId" clId="{222C6AB1-CF32-4DD3-B18C-764EC5C39CD6}" dt="2025-01-14T09:56:41.888" v="2470" actId="20577"/>
        <pc:sldMkLst>
          <pc:docMk/>
          <pc:sldMk cId="4260981148" sldId="262"/>
        </pc:sldMkLst>
        <pc:spChg chg="mod">
          <ac:chgData name="Y K" userId="7271096428e87f8f" providerId="LiveId" clId="{222C6AB1-CF32-4DD3-B18C-764EC5C39CD6}" dt="2025-01-13T21:09:16.495" v="2159" actId="20577"/>
          <ac:spMkLst>
            <pc:docMk/>
            <pc:sldMk cId="4260981148" sldId="262"/>
            <ac:spMk id="2" creationId="{96CE776A-A66A-A933-6653-E36DA5B21ECD}"/>
          </ac:spMkLst>
        </pc:spChg>
        <pc:spChg chg="add del mod">
          <ac:chgData name="Y K" userId="7271096428e87f8f" providerId="LiveId" clId="{222C6AB1-CF32-4DD3-B18C-764EC5C39CD6}" dt="2025-01-14T09:56:41.888" v="2470" actId="20577"/>
          <ac:spMkLst>
            <pc:docMk/>
            <pc:sldMk cId="4260981148" sldId="262"/>
            <ac:spMk id="3" creationId="{F355E3F5-1B3B-F104-5F4D-552E58BED5F0}"/>
          </ac:spMkLst>
        </pc:spChg>
        <pc:spChg chg="add">
          <ac:chgData name="Y K" userId="7271096428e87f8f" providerId="LiveId" clId="{222C6AB1-CF32-4DD3-B18C-764EC5C39CD6}" dt="2025-01-13T15:41:06.463" v="410"/>
          <ac:spMkLst>
            <pc:docMk/>
            <pc:sldMk cId="4260981148" sldId="262"/>
            <ac:spMk id="4" creationId="{1C4AC5C2-45B0-9D65-662E-6926E69C4B50}"/>
          </ac:spMkLst>
        </pc:spChg>
        <pc:spChg chg="add">
          <ac:chgData name="Y K" userId="7271096428e87f8f" providerId="LiveId" clId="{222C6AB1-CF32-4DD3-B18C-764EC5C39CD6}" dt="2025-01-13T21:04:22.649" v="2084"/>
          <ac:spMkLst>
            <pc:docMk/>
            <pc:sldMk cId="4260981148" sldId="262"/>
            <ac:spMk id="4" creationId="{7B92C713-1E1F-BBA9-086E-3F51489B4256}"/>
          </ac:spMkLst>
        </pc:spChg>
        <pc:spChg chg="add">
          <ac:chgData name="Y K" userId="7271096428e87f8f" providerId="LiveId" clId="{222C6AB1-CF32-4DD3-B18C-764EC5C39CD6}" dt="2025-01-13T15:41:13.135" v="417"/>
          <ac:spMkLst>
            <pc:docMk/>
            <pc:sldMk cId="4260981148" sldId="262"/>
            <ac:spMk id="5" creationId="{50B889BA-25BB-94B9-2505-4BF322072DED}"/>
          </ac:spMkLst>
        </pc:spChg>
        <pc:spChg chg="add del mod">
          <ac:chgData name="Y K" userId="7271096428e87f8f" providerId="LiveId" clId="{222C6AB1-CF32-4DD3-B18C-764EC5C39CD6}" dt="2025-01-13T21:08:42.265" v="2148" actId="478"/>
          <ac:spMkLst>
            <pc:docMk/>
            <pc:sldMk cId="4260981148" sldId="262"/>
            <ac:spMk id="6" creationId="{11C6E908-A01E-19E4-45E5-758BBE0E65FB}"/>
          </ac:spMkLst>
        </pc:spChg>
      </pc:sldChg>
      <pc:sldChg chg="modSp new del mod modNotesTx">
        <pc:chgData name="Y K" userId="7271096428e87f8f" providerId="LiveId" clId="{222C6AB1-CF32-4DD3-B18C-764EC5C39CD6}" dt="2025-01-13T19:45:29.513" v="1596" actId="47"/>
        <pc:sldMkLst>
          <pc:docMk/>
          <pc:sldMk cId="2339663198" sldId="263"/>
        </pc:sldMkLst>
      </pc:sldChg>
      <pc:sldChg chg="addSp modSp new mod modNotesTx">
        <pc:chgData name="Y K" userId="7271096428e87f8f" providerId="LiveId" clId="{222C6AB1-CF32-4DD3-B18C-764EC5C39CD6}" dt="2025-01-14T09:55:01.202" v="2455" actId="207"/>
        <pc:sldMkLst>
          <pc:docMk/>
          <pc:sldMk cId="3977318852" sldId="264"/>
        </pc:sldMkLst>
        <pc:spChg chg="mod">
          <ac:chgData name="Y K" userId="7271096428e87f8f" providerId="LiveId" clId="{222C6AB1-CF32-4DD3-B18C-764EC5C39CD6}" dt="2025-01-11T16:43:14.128" v="257"/>
          <ac:spMkLst>
            <pc:docMk/>
            <pc:sldMk cId="3977318852" sldId="264"/>
            <ac:spMk id="2" creationId="{FCA63351-8BE0-95CA-3500-4C3FDD877569}"/>
          </ac:spMkLst>
        </pc:spChg>
        <pc:spChg chg="mod">
          <ac:chgData name="Y K" userId="7271096428e87f8f" providerId="LiveId" clId="{222C6AB1-CF32-4DD3-B18C-764EC5C39CD6}" dt="2025-01-14T09:55:01.202" v="2455" actId="207"/>
          <ac:spMkLst>
            <pc:docMk/>
            <pc:sldMk cId="3977318852" sldId="264"/>
            <ac:spMk id="3" creationId="{8C5DFB64-811A-63D4-D5B0-3FC39298D1BC}"/>
          </ac:spMkLst>
        </pc:spChg>
        <pc:spChg chg="add">
          <ac:chgData name="Y K" userId="7271096428e87f8f" providerId="LiveId" clId="{222C6AB1-CF32-4DD3-B18C-764EC5C39CD6}" dt="2025-01-13T20:54:11.695" v="1979"/>
          <ac:spMkLst>
            <pc:docMk/>
            <pc:sldMk cId="3977318852" sldId="264"/>
            <ac:spMk id="4" creationId="{AEE9DF1D-61DD-D9B8-0397-64FE2A2DF9AF}"/>
          </ac:spMkLst>
        </pc:spChg>
        <pc:spChg chg="add">
          <ac:chgData name="Y K" userId="7271096428e87f8f" providerId="LiveId" clId="{222C6AB1-CF32-4DD3-B18C-764EC5C39CD6}" dt="2025-01-13T20:54:16.011" v="1982"/>
          <ac:spMkLst>
            <pc:docMk/>
            <pc:sldMk cId="3977318852" sldId="264"/>
            <ac:spMk id="5" creationId="{E7F19E30-B738-5BF9-4518-DAE508854E71}"/>
          </ac:spMkLst>
        </pc:spChg>
      </pc:sldChg>
      <pc:sldChg chg="addSp delSp modSp new mod modNotesTx">
        <pc:chgData name="Y K" userId="7271096428e87f8f" providerId="LiveId" clId="{222C6AB1-CF32-4DD3-B18C-764EC5C39CD6}" dt="2025-01-13T21:17:24.240" v="2263" actId="20577"/>
        <pc:sldMkLst>
          <pc:docMk/>
          <pc:sldMk cId="1012435592" sldId="265"/>
        </pc:sldMkLst>
        <pc:spChg chg="mod">
          <ac:chgData name="Y K" userId="7271096428e87f8f" providerId="LiveId" clId="{222C6AB1-CF32-4DD3-B18C-764EC5C39CD6}" dt="2025-01-11T16:43:14.128" v="257"/>
          <ac:spMkLst>
            <pc:docMk/>
            <pc:sldMk cId="1012435592" sldId="265"/>
            <ac:spMk id="2" creationId="{63054A48-6723-F463-769D-FC07B7E9A143}"/>
          </ac:spMkLst>
        </pc:spChg>
        <pc:spChg chg="mod">
          <ac:chgData name="Y K" userId="7271096428e87f8f" providerId="LiveId" clId="{222C6AB1-CF32-4DD3-B18C-764EC5C39CD6}" dt="2025-01-13T21:17:24.240" v="2263" actId="20577"/>
          <ac:spMkLst>
            <pc:docMk/>
            <pc:sldMk cId="1012435592" sldId="265"/>
            <ac:spMk id="3" creationId="{B5B5C19A-EFDF-385D-EC5D-DC85CC8F4462}"/>
          </ac:spMkLst>
        </pc:spChg>
        <pc:spChg chg="add del">
          <ac:chgData name="Y K" userId="7271096428e87f8f" providerId="LiveId" clId="{222C6AB1-CF32-4DD3-B18C-764EC5C39CD6}" dt="2025-01-13T21:14:58.872" v="2198" actId="22"/>
          <ac:spMkLst>
            <pc:docMk/>
            <pc:sldMk cId="1012435592" sldId="265"/>
            <ac:spMk id="5" creationId="{EC97B1DE-572F-4599-F0CC-A5D73D30118D}"/>
          </ac:spMkLst>
        </pc:spChg>
        <pc:spChg chg="add">
          <ac:chgData name="Y K" userId="7271096428e87f8f" providerId="LiveId" clId="{222C6AB1-CF32-4DD3-B18C-764EC5C39CD6}" dt="2025-01-13T21:16:01.393" v="2235"/>
          <ac:spMkLst>
            <pc:docMk/>
            <pc:sldMk cId="1012435592" sldId="265"/>
            <ac:spMk id="6" creationId="{AFE5FCF8-8E4A-9C34-A4EE-43032EB03CA1}"/>
          </ac:spMkLst>
        </pc:spChg>
      </pc:sldChg>
      <pc:sldChg chg="addSp delSp modSp new mod modNotesTx">
        <pc:chgData name="Y K" userId="7271096428e87f8f" providerId="LiveId" clId="{222C6AB1-CF32-4DD3-B18C-764EC5C39CD6}" dt="2025-01-13T21:18:05.853" v="2299" actId="20577"/>
        <pc:sldMkLst>
          <pc:docMk/>
          <pc:sldMk cId="2778425387" sldId="266"/>
        </pc:sldMkLst>
        <pc:spChg chg="mod">
          <ac:chgData name="Y K" userId="7271096428e87f8f" providerId="LiveId" clId="{222C6AB1-CF32-4DD3-B18C-764EC5C39CD6}" dt="2025-01-13T16:37:55.347" v="597" actId="20577"/>
          <ac:spMkLst>
            <pc:docMk/>
            <pc:sldMk cId="2778425387" sldId="266"/>
            <ac:spMk id="2" creationId="{E93FFC17-16E7-90CD-6A0E-E00EEF77A454}"/>
          </ac:spMkLst>
        </pc:spChg>
        <pc:spChg chg="add del mod">
          <ac:chgData name="Y K" userId="7271096428e87f8f" providerId="LiveId" clId="{222C6AB1-CF32-4DD3-B18C-764EC5C39CD6}" dt="2025-01-13T21:18:05.853" v="2299" actId="20577"/>
          <ac:spMkLst>
            <pc:docMk/>
            <pc:sldMk cId="2778425387" sldId="266"/>
            <ac:spMk id="3" creationId="{C717113D-C53E-FA13-5CDA-6DE0E56FE977}"/>
          </ac:spMkLst>
        </pc:spChg>
      </pc:sldChg>
      <pc:sldChg chg="new del">
        <pc:chgData name="Y K" userId="7271096428e87f8f" providerId="LiveId" clId="{222C6AB1-CF32-4DD3-B18C-764EC5C39CD6}" dt="2025-01-11T16:37:56.483" v="210" actId="47"/>
        <pc:sldMkLst>
          <pc:docMk/>
          <pc:sldMk cId="1013685015" sldId="267"/>
        </pc:sldMkLst>
      </pc:sldChg>
      <pc:sldChg chg="addSp delSp modSp new mod">
        <pc:chgData name="Y K" userId="7271096428e87f8f" providerId="LiveId" clId="{222C6AB1-CF32-4DD3-B18C-764EC5C39CD6}" dt="2025-01-13T20:51:23.555" v="1969" actId="1076"/>
        <pc:sldMkLst>
          <pc:docMk/>
          <pc:sldMk cId="2489010395" sldId="267"/>
        </pc:sldMkLst>
        <pc:spChg chg="del mod">
          <ac:chgData name="Y K" userId="7271096428e87f8f" providerId="LiveId" clId="{222C6AB1-CF32-4DD3-B18C-764EC5C39CD6}" dt="2025-01-13T20:51:07.960" v="1967" actId="478"/>
          <ac:spMkLst>
            <pc:docMk/>
            <pc:sldMk cId="2489010395" sldId="267"/>
            <ac:spMk id="2" creationId="{C254D4B2-2BB0-A79A-ABE4-FD5CF7823AD3}"/>
          </ac:spMkLst>
        </pc:spChg>
        <pc:spChg chg="add mod">
          <ac:chgData name="Y K" userId="7271096428e87f8f" providerId="LiveId" clId="{222C6AB1-CF32-4DD3-B18C-764EC5C39CD6}" dt="2025-01-13T20:51:02.652" v="1966" actId="404"/>
          <ac:spMkLst>
            <pc:docMk/>
            <pc:sldMk cId="2489010395" sldId="267"/>
            <ac:spMk id="3" creationId="{00E0B0E2-0F98-9861-F26B-8246C78A01A7}"/>
          </ac:spMkLst>
        </pc:spChg>
        <pc:picChg chg="add mod">
          <ac:chgData name="Y K" userId="7271096428e87f8f" providerId="LiveId" clId="{222C6AB1-CF32-4DD3-B18C-764EC5C39CD6}" dt="2025-01-13T20:51:23.555" v="1969" actId="1076"/>
          <ac:picMkLst>
            <pc:docMk/>
            <pc:sldMk cId="2489010395" sldId="267"/>
            <ac:picMk id="4" creationId="{45F871A2-6789-EA86-6939-74EBF94C6EBF}"/>
          </ac:picMkLst>
        </pc:picChg>
      </pc:sldChg>
      <pc:sldChg chg="addSp delSp modSp add mod ord modNotesTx">
        <pc:chgData name="Y K" userId="7271096428e87f8f" providerId="LiveId" clId="{222C6AB1-CF32-4DD3-B18C-764EC5C39CD6}" dt="2025-01-14T10:04:27.508" v="2577" actId="20577"/>
        <pc:sldMkLst>
          <pc:docMk/>
          <pc:sldMk cId="1109251931" sldId="268"/>
        </pc:sldMkLst>
        <pc:spChg chg="mod">
          <ac:chgData name="Y K" userId="7271096428e87f8f" providerId="LiveId" clId="{222C6AB1-CF32-4DD3-B18C-764EC5C39CD6}" dt="2025-01-13T15:43:17.313" v="443"/>
          <ac:spMkLst>
            <pc:docMk/>
            <pc:sldMk cId="1109251931" sldId="268"/>
            <ac:spMk id="2" creationId="{A1BACDAF-6067-F191-359D-09ABEB6EAA96}"/>
          </ac:spMkLst>
        </pc:spChg>
        <pc:spChg chg="mod">
          <ac:chgData name="Y K" userId="7271096428e87f8f" providerId="LiveId" clId="{222C6AB1-CF32-4DD3-B18C-764EC5C39CD6}" dt="2025-01-14T10:02:49.481" v="2558" actId="14100"/>
          <ac:spMkLst>
            <pc:docMk/>
            <pc:sldMk cId="1109251931" sldId="268"/>
            <ac:spMk id="3" creationId="{3F0F52C2-FEE9-A33A-EE37-F56627F2463A}"/>
          </ac:spMkLst>
        </pc:spChg>
        <pc:spChg chg="add">
          <ac:chgData name="Y K" userId="7271096428e87f8f" providerId="LiveId" clId="{222C6AB1-CF32-4DD3-B18C-764EC5C39CD6}" dt="2025-01-13T15:43:33.008" v="444"/>
          <ac:spMkLst>
            <pc:docMk/>
            <pc:sldMk cId="1109251931" sldId="268"/>
            <ac:spMk id="4" creationId="{3535FB74-1A88-341D-BFD7-72AB89DC8C80}"/>
          </ac:spMkLst>
        </pc:spChg>
        <pc:spChg chg="add">
          <ac:chgData name="Y K" userId="7271096428e87f8f" providerId="LiveId" clId="{222C6AB1-CF32-4DD3-B18C-764EC5C39CD6}" dt="2025-01-13T16:26:02.352" v="533"/>
          <ac:spMkLst>
            <pc:docMk/>
            <pc:sldMk cId="1109251931" sldId="268"/>
            <ac:spMk id="5" creationId="{F1683FB0-A2E7-720B-5CAB-39F49FB98282}"/>
          </ac:spMkLst>
        </pc:spChg>
        <pc:spChg chg="add">
          <ac:chgData name="Y K" userId="7271096428e87f8f" providerId="LiveId" clId="{222C6AB1-CF32-4DD3-B18C-764EC5C39CD6}" dt="2025-01-13T16:50:19.138" v="657"/>
          <ac:spMkLst>
            <pc:docMk/>
            <pc:sldMk cId="1109251931" sldId="268"/>
            <ac:spMk id="10" creationId="{5B1719E2-732F-E938-159E-5A9DDA10FFC7}"/>
          </ac:spMkLst>
        </pc:spChg>
        <pc:spChg chg="add del mod">
          <ac:chgData name="Y K" userId="7271096428e87f8f" providerId="LiveId" clId="{222C6AB1-CF32-4DD3-B18C-764EC5C39CD6}" dt="2025-01-13T16:52:37.532" v="698" actId="478"/>
          <ac:spMkLst>
            <pc:docMk/>
            <pc:sldMk cId="1109251931" sldId="268"/>
            <ac:spMk id="11" creationId="{F19EF96F-B93C-1008-F191-E8EB2D38AA4D}"/>
          </ac:spMkLst>
        </pc:spChg>
        <pc:spChg chg="add mod">
          <ac:chgData name="Y K" userId="7271096428e87f8f" providerId="LiveId" clId="{222C6AB1-CF32-4DD3-B18C-764EC5C39CD6}" dt="2025-01-14T10:02:43.631" v="2556" actId="1076"/>
          <ac:spMkLst>
            <pc:docMk/>
            <pc:sldMk cId="1109251931" sldId="268"/>
            <ac:spMk id="12" creationId="{75148BC6-5501-39A2-4456-EC6DACDFD7A2}"/>
          </ac:spMkLst>
        </pc:spChg>
        <pc:picChg chg="add mod">
          <ac:chgData name="Y K" userId="7271096428e87f8f" providerId="LiveId" clId="{222C6AB1-CF32-4DD3-B18C-764EC5C39CD6}" dt="2025-01-14T10:02:37.111" v="2555" actId="1076"/>
          <ac:picMkLst>
            <pc:docMk/>
            <pc:sldMk cId="1109251931" sldId="268"/>
            <ac:picMk id="7" creationId="{0AE3D630-2CC2-C8BB-A9FA-B9C4DDFC70E4}"/>
          </ac:picMkLst>
        </pc:picChg>
        <pc:picChg chg="add mod">
          <ac:chgData name="Y K" userId="7271096428e87f8f" providerId="LiveId" clId="{222C6AB1-CF32-4DD3-B18C-764EC5C39CD6}" dt="2025-01-14T10:02:32.484" v="2554" actId="1076"/>
          <ac:picMkLst>
            <pc:docMk/>
            <pc:sldMk cId="1109251931" sldId="268"/>
            <ac:picMk id="9" creationId="{25765AC1-46D7-B4BD-E0FE-36D66298CD59}"/>
          </ac:picMkLst>
        </pc:picChg>
      </pc:sldChg>
      <pc:sldChg chg="modSp new del mod modNotesTx">
        <pc:chgData name="Y K" userId="7271096428e87f8f" providerId="LiveId" clId="{222C6AB1-CF32-4DD3-B18C-764EC5C39CD6}" dt="2025-01-13T16:45:58.554" v="626" actId="680"/>
        <pc:sldMkLst>
          <pc:docMk/>
          <pc:sldMk cId="129781754" sldId="269"/>
        </pc:sldMkLst>
        <pc:spChg chg="mod">
          <ac:chgData name="Y K" userId="7271096428e87f8f" providerId="LiveId" clId="{222C6AB1-CF32-4DD3-B18C-764EC5C39CD6}" dt="2025-01-13T16:45:57.354" v="624"/>
          <ac:spMkLst>
            <pc:docMk/>
            <pc:sldMk cId="129781754" sldId="269"/>
            <ac:spMk id="2" creationId="{EF7FBAE3-135C-A820-A846-53BC12E76291}"/>
          </ac:spMkLst>
        </pc:spChg>
        <pc:spChg chg="mod">
          <ac:chgData name="Y K" userId="7271096428e87f8f" providerId="LiveId" clId="{222C6AB1-CF32-4DD3-B18C-764EC5C39CD6}" dt="2025-01-13T16:44:40.580" v="622"/>
          <ac:spMkLst>
            <pc:docMk/>
            <pc:sldMk cId="129781754" sldId="269"/>
            <ac:spMk id="3" creationId="{2DC43EAD-CB56-D712-E01E-7FB71934B800}"/>
          </ac:spMkLst>
        </pc:spChg>
      </pc:sldChg>
      <pc:sldChg chg="addSp delSp modSp add mod ord modNotesTx">
        <pc:chgData name="Y K" userId="7271096428e87f8f" providerId="LiveId" clId="{222C6AB1-CF32-4DD3-B18C-764EC5C39CD6}" dt="2025-01-14T10:12:39.150" v="2879" actId="113"/>
        <pc:sldMkLst>
          <pc:docMk/>
          <pc:sldMk cId="949518080" sldId="269"/>
        </pc:sldMkLst>
        <pc:spChg chg="mod">
          <ac:chgData name="Y K" userId="7271096428e87f8f" providerId="LiveId" clId="{222C6AB1-CF32-4DD3-B18C-764EC5C39CD6}" dt="2025-01-13T18:11:25.440" v="1200" actId="20577"/>
          <ac:spMkLst>
            <pc:docMk/>
            <pc:sldMk cId="949518080" sldId="269"/>
            <ac:spMk id="2" creationId="{00D0B831-0773-74CE-8B03-6A70AED00133}"/>
          </ac:spMkLst>
        </pc:spChg>
        <pc:spChg chg="mod">
          <ac:chgData name="Y K" userId="7271096428e87f8f" providerId="LiveId" clId="{222C6AB1-CF32-4DD3-B18C-764EC5C39CD6}" dt="2025-01-13T21:10:53.885" v="2179" actId="1076"/>
          <ac:spMkLst>
            <pc:docMk/>
            <pc:sldMk cId="949518080" sldId="269"/>
            <ac:spMk id="3" creationId="{221A9DF4-8AE2-B1F8-D9B1-48DD90FCE2A6}"/>
          </ac:spMkLst>
        </pc:spChg>
        <pc:spChg chg="add mod">
          <ac:chgData name="Y K" userId="7271096428e87f8f" providerId="LiveId" clId="{222C6AB1-CF32-4DD3-B18C-764EC5C39CD6}" dt="2025-01-13T18:02:41.392" v="1158" actId="1076"/>
          <ac:spMkLst>
            <pc:docMk/>
            <pc:sldMk cId="949518080" sldId="269"/>
            <ac:spMk id="7" creationId="{808A7A99-8C9E-E95F-2AD5-084B400D6BB4}"/>
          </ac:spMkLst>
        </pc:spChg>
        <pc:spChg chg="add mod">
          <ac:chgData name="Y K" userId="7271096428e87f8f" providerId="LiveId" clId="{222C6AB1-CF32-4DD3-B18C-764EC5C39CD6}" dt="2025-01-13T18:14:52.296" v="1218"/>
          <ac:spMkLst>
            <pc:docMk/>
            <pc:sldMk cId="949518080" sldId="269"/>
            <ac:spMk id="8" creationId="{52D6E4EC-3AB4-4671-ADBF-0C93623B47DE}"/>
          </ac:spMkLst>
        </pc:spChg>
        <pc:spChg chg="add mod">
          <ac:chgData name="Y K" userId="7271096428e87f8f" providerId="LiveId" clId="{222C6AB1-CF32-4DD3-B18C-764EC5C39CD6}" dt="2025-01-13T18:14:52.296" v="1218"/>
          <ac:spMkLst>
            <pc:docMk/>
            <pc:sldMk cId="949518080" sldId="269"/>
            <ac:spMk id="9" creationId="{A5804E05-184C-85F7-FB9C-474A02976C52}"/>
          </ac:spMkLst>
        </pc:spChg>
        <pc:spChg chg="add mod">
          <ac:chgData name="Y K" userId="7271096428e87f8f" providerId="LiveId" clId="{222C6AB1-CF32-4DD3-B18C-764EC5C39CD6}" dt="2025-01-13T18:14:52.296" v="1218"/>
          <ac:spMkLst>
            <pc:docMk/>
            <pc:sldMk cId="949518080" sldId="269"/>
            <ac:spMk id="10" creationId="{171B0C02-F39F-DD7B-1E03-56B248A9DCF7}"/>
          </ac:spMkLst>
        </pc:spChg>
        <pc:spChg chg="add mod">
          <ac:chgData name="Y K" userId="7271096428e87f8f" providerId="LiveId" clId="{222C6AB1-CF32-4DD3-B18C-764EC5C39CD6}" dt="2025-01-13T18:14:52.296" v="1218"/>
          <ac:spMkLst>
            <pc:docMk/>
            <pc:sldMk cId="949518080" sldId="269"/>
            <ac:spMk id="11" creationId="{22CF7504-09C3-6408-85C4-EE54B9E2DA23}"/>
          </ac:spMkLst>
        </pc:spChg>
        <pc:spChg chg="add mod">
          <ac:chgData name="Y K" userId="7271096428e87f8f" providerId="LiveId" clId="{222C6AB1-CF32-4DD3-B18C-764EC5C39CD6}" dt="2025-01-13T18:15:04.312" v="1222" actId="1076"/>
          <ac:spMkLst>
            <pc:docMk/>
            <pc:sldMk cId="949518080" sldId="269"/>
            <ac:spMk id="12" creationId="{A1B3FE7B-B26D-3F4E-FC4F-16179973A427}"/>
          </ac:spMkLst>
        </pc:spChg>
        <pc:spChg chg="add mod">
          <ac:chgData name="Y K" userId="7271096428e87f8f" providerId="LiveId" clId="{222C6AB1-CF32-4DD3-B18C-764EC5C39CD6}" dt="2025-01-13T18:15:04.312" v="1222" actId="1076"/>
          <ac:spMkLst>
            <pc:docMk/>
            <pc:sldMk cId="949518080" sldId="269"/>
            <ac:spMk id="13" creationId="{CA00FF3B-5316-4B54-7258-E4D7CCF869E9}"/>
          </ac:spMkLst>
        </pc:spChg>
        <pc:spChg chg="add mod">
          <ac:chgData name="Y K" userId="7271096428e87f8f" providerId="LiveId" clId="{222C6AB1-CF32-4DD3-B18C-764EC5C39CD6}" dt="2025-01-13T18:15:04.312" v="1222" actId="1076"/>
          <ac:spMkLst>
            <pc:docMk/>
            <pc:sldMk cId="949518080" sldId="269"/>
            <ac:spMk id="14" creationId="{2DF2E2F5-65F4-4486-7C40-186A8DE55071}"/>
          </ac:spMkLst>
        </pc:spChg>
        <pc:spChg chg="add mod">
          <ac:chgData name="Y K" userId="7271096428e87f8f" providerId="LiveId" clId="{222C6AB1-CF32-4DD3-B18C-764EC5C39CD6}" dt="2025-01-13T18:15:04.312" v="1222" actId="1076"/>
          <ac:spMkLst>
            <pc:docMk/>
            <pc:sldMk cId="949518080" sldId="269"/>
            <ac:spMk id="15" creationId="{24CAE623-45D7-08D1-81C2-55EF83323A0D}"/>
          </ac:spMkLst>
        </pc:spChg>
        <pc:picChg chg="add del mod">
          <ac:chgData name="Y K" userId="7271096428e87f8f" providerId="LiveId" clId="{222C6AB1-CF32-4DD3-B18C-764EC5C39CD6}" dt="2025-01-13T17:54:22.541" v="1041" actId="478"/>
          <ac:picMkLst>
            <pc:docMk/>
            <pc:sldMk cId="949518080" sldId="269"/>
            <ac:picMk id="4" creationId="{ECBE607D-D38B-B1EE-22DA-17A7F4C768EC}"/>
          </ac:picMkLst>
        </pc:picChg>
        <pc:picChg chg="add mod modCrop">
          <ac:chgData name="Y K" userId="7271096428e87f8f" providerId="LiveId" clId="{222C6AB1-CF32-4DD3-B18C-764EC5C39CD6}" dt="2025-01-14T09:50:48.539" v="2366" actId="1076"/>
          <ac:picMkLst>
            <pc:docMk/>
            <pc:sldMk cId="949518080" sldId="269"/>
            <ac:picMk id="5" creationId="{0FABF2E0-4A49-49B0-8F0A-7A5199ED2C00}"/>
          </ac:picMkLst>
        </pc:picChg>
        <pc:picChg chg="add mod modCrop">
          <ac:chgData name="Y K" userId="7271096428e87f8f" providerId="LiveId" clId="{222C6AB1-CF32-4DD3-B18C-764EC5C39CD6}" dt="2025-01-13T18:14:55.204" v="1220" actId="1076"/>
          <ac:picMkLst>
            <pc:docMk/>
            <pc:sldMk cId="949518080" sldId="269"/>
            <ac:picMk id="6" creationId="{5ED21B5C-C1F3-62E3-2196-02053CE9A6AE}"/>
          </ac:picMkLst>
        </pc:picChg>
      </pc:sldChg>
      <pc:sldChg chg="addSp delSp modSp add mod modNotesTx">
        <pc:chgData name="Y K" userId="7271096428e87f8f" providerId="LiveId" clId="{222C6AB1-CF32-4DD3-B18C-764EC5C39CD6}" dt="2025-01-14T10:29:46.666" v="3088" actId="1076"/>
        <pc:sldMkLst>
          <pc:docMk/>
          <pc:sldMk cId="2392590291" sldId="270"/>
        </pc:sldMkLst>
        <pc:spChg chg="mod">
          <ac:chgData name="Y K" userId="7271096428e87f8f" providerId="LiveId" clId="{222C6AB1-CF32-4DD3-B18C-764EC5C39CD6}" dt="2025-01-13T19:45:59.446" v="1602"/>
          <ac:spMkLst>
            <pc:docMk/>
            <pc:sldMk cId="2392590291" sldId="270"/>
            <ac:spMk id="2" creationId="{2B489A2D-3DB8-AD65-48C0-ED412936FB96}"/>
          </ac:spMkLst>
        </pc:spChg>
        <pc:spChg chg="add">
          <ac:chgData name="Y K" userId="7271096428e87f8f" providerId="LiveId" clId="{222C6AB1-CF32-4DD3-B18C-764EC5C39CD6}" dt="2025-01-13T19:46:31.584" v="1604"/>
          <ac:spMkLst>
            <pc:docMk/>
            <pc:sldMk cId="2392590291" sldId="270"/>
            <ac:spMk id="3" creationId="{36F1B9D3-5F46-9743-45A2-786BEA895016}"/>
          </ac:spMkLst>
        </pc:spChg>
        <pc:spChg chg="mod">
          <ac:chgData name="Y K" userId="7271096428e87f8f" providerId="LiveId" clId="{222C6AB1-CF32-4DD3-B18C-764EC5C39CD6}" dt="2025-01-14T10:29:34.765" v="3086" actId="1076"/>
          <ac:spMkLst>
            <pc:docMk/>
            <pc:sldMk cId="2392590291" sldId="270"/>
            <ac:spMk id="4" creationId="{1DD9EA47-9533-439A-FC1D-DC0E90B1B026}"/>
          </ac:spMkLst>
        </pc:spChg>
        <pc:spChg chg="mod">
          <ac:chgData name="Y K" userId="7271096428e87f8f" providerId="LiveId" clId="{222C6AB1-CF32-4DD3-B18C-764EC5C39CD6}" dt="2025-01-14T10:29:38.583" v="3087" actId="1076"/>
          <ac:spMkLst>
            <pc:docMk/>
            <pc:sldMk cId="2392590291" sldId="270"/>
            <ac:spMk id="5" creationId="{425B1934-4315-8E42-92B9-60D9EF40811B}"/>
          </ac:spMkLst>
        </pc:spChg>
        <pc:spChg chg="add mod">
          <ac:chgData name="Y K" userId="7271096428e87f8f" providerId="LiveId" clId="{222C6AB1-CF32-4DD3-B18C-764EC5C39CD6}" dt="2025-01-14T10:15:50.785" v="2942" actId="20577"/>
          <ac:spMkLst>
            <pc:docMk/>
            <pc:sldMk cId="2392590291" sldId="270"/>
            <ac:spMk id="6" creationId="{2F154568-FC6C-FC12-852B-B6EBF9D5AA35}"/>
          </ac:spMkLst>
        </pc:spChg>
        <pc:spChg chg="add">
          <ac:chgData name="Y K" userId="7271096428e87f8f" providerId="LiveId" clId="{222C6AB1-CF32-4DD3-B18C-764EC5C39CD6}" dt="2025-01-13T19:49:30.405" v="1627"/>
          <ac:spMkLst>
            <pc:docMk/>
            <pc:sldMk cId="2392590291" sldId="270"/>
            <ac:spMk id="6" creationId="{D15A880D-0004-40FF-7977-A15D1D26F6B8}"/>
          </ac:spMkLst>
        </pc:spChg>
        <pc:spChg chg="del">
          <ac:chgData name="Y K" userId="7271096428e87f8f" providerId="LiveId" clId="{222C6AB1-CF32-4DD3-B18C-764EC5C39CD6}" dt="2025-01-13T19:47:17.500" v="1617" actId="478"/>
          <ac:spMkLst>
            <pc:docMk/>
            <pc:sldMk cId="2392590291" sldId="270"/>
            <ac:spMk id="8" creationId="{CF857EF8-B771-776F-909E-DFB84B5F54C9}"/>
          </ac:spMkLst>
        </pc:spChg>
        <pc:spChg chg="del">
          <ac:chgData name="Y K" userId="7271096428e87f8f" providerId="LiveId" clId="{222C6AB1-CF32-4DD3-B18C-764EC5C39CD6}" dt="2025-01-13T19:47:14.247" v="1616" actId="478"/>
          <ac:spMkLst>
            <pc:docMk/>
            <pc:sldMk cId="2392590291" sldId="270"/>
            <ac:spMk id="9" creationId="{FF318B2F-A9E8-8159-7764-26037B1B3628}"/>
          </ac:spMkLst>
        </pc:spChg>
        <pc:spChg chg="add del">
          <ac:chgData name="Y K" userId="7271096428e87f8f" providerId="LiveId" clId="{222C6AB1-CF32-4DD3-B18C-764EC5C39CD6}" dt="2025-01-13T19:49:37.529" v="1630" actId="22"/>
          <ac:spMkLst>
            <pc:docMk/>
            <pc:sldMk cId="2392590291" sldId="270"/>
            <ac:spMk id="10" creationId="{ACD41EA1-775C-CC1C-6FEF-323C4C3C31EE}"/>
          </ac:spMkLst>
        </pc:spChg>
        <pc:spChg chg="add del mod">
          <ac:chgData name="Y K" userId="7271096428e87f8f" providerId="LiveId" clId="{222C6AB1-CF32-4DD3-B18C-764EC5C39CD6}" dt="2025-01-13T19:54:55.209" v="1667"/>
          <ac:spMkLst>
            <pc:docMk/>
            <pc:sldMk cId="2392590291" sldId="270"/>
            <ac:spMk id="11" creationId="{CD3A2308-DF29-24B5-1628-51739FD635EB}"/>
          </ac:spMkLst>
        </pc:spChg>
        <pc:spChg chg="add mod">
          <ac:chgData name="Y K" userId="7271096428e87f8f" providerId="LiveId" clId="{222C6AB1-CF32-4DD3-B18C-764EC5C39CD6}" dt="2025-01-14T10:29:46.666" v="3088" actId="1076"/>
          <ac:spMkLst>
            <pc:docMk/>
            <pc:sldMk cId="2392590291" sldId="270"/>
            <ac:spMk id="12" creationId="{2AF8AEAF-41A5-1789-5626-713C0B3EBC64}"/>
          </ac:spMkLst>
        </pc:spChg>
        <pc:spChg chg="add mod">
          <ac:chgData name="Y K" userId="7271096428e87f8f" providerId="LiveId" clId="{222C6AB1-CF32-4DD3-B18C-764EC5C39CD6}" dt="2025-01-14T10:29:16.036" v="3083" actId="1076"/>
          <ac:spMkLst>
            <pc:docMk/>
            <pc:sldMk cId="2392590291" sldId="270"/>
            <ac:spMk id="13" creationId="{469E8971-A903-5DB8-FE90-ACA28C4C2A63}"/>
          </ac:spMkLst>
        </pc:spChg>
      </pc:sldChg>
      <pc:sldChg chg="addSp delSp modSp add del mod">
        <pc:chgData name="Y K" userId="7271096428e87f8f" providerId="LiveId" clId="{222C6AB1-CF32-4DD3-B18C-764EC5C39CD6}" dt="2025-01-13T20:08:21.774" v="1812" actId="47"/>
        <pc:sldMkLst>
          <pc:docMk/>
          <pc:sldMk cId="3580099671" sldId="271"/>
        </pc:sldMkLst>
        <pc:spChg chg="add">
          <ac:chgData name="Y K" userId="7271096428e87f8f" providerId="LiveId" clId="{222C6AB1-CF32-4DD3-B18C-764EC5C39CD6}" dt="2025-01-13T20:04:36.479" v="1756"/>
          <ac:spMkLst>
            <pc:docMk/>
            <pc:sldMk cId="3580099671" sldId="271"/>
            <ac:spMk id="3" creationId="{E2F327FA-EDBE-F55D-495D-2FF13EE1F893}"/>
          </ac:spMkLst>
        </pc:spChg>
        <pc:spChg chg="del">
          <ac:chgData name="Y K" userId="7271096428e87f8f" providerId="LiveId" clId="{222C6AB1-CF32-4DD3-B18C-764EC5C39CD6}" dt="2025-01-13T20:04:40.582" v="1757" actId="478"/>
          <ac:spMkLst>
            <pc:docMk/>
            <pc:sldMk cId="3580099671" sldId="271"/>
            <ac:spMk id="4" creationId="{23C91BB8-48C9-8E38-B5BA-0A5A02152E7C}"/>
          </ac:spMkLst>
        </pc:spChg>
        <pc:spChg chg="add mod">
          <ac:chgData name="Y K" userId="7271096428e87f8f" providerId="LiveId" clId="{222C6AB1-CF32-4DD3-B18C-764EC5C39CD6}" dt="2025-01-13T20:07:13.776" v="1803" actId="20577"/>
          <ac:spMkLst>
            <pc:docMk/>
            <pc:sldMk cId="3580099671" sldId="271"/>
            <ac:spMk id="5" creationId="{E8A5F46C-E728-9630-3BA5-910A860ED069}"/>
          </ac:spMkLst>
        </pc:spChg>
        <pc:spChg chg="add">
          <ac:chgData name="Y K" userId="7271096428e87f8f" providerId="LiveId" clId="{222C6AB1-CF32-4DD3-B18C-764EC5C39CD6}" dt="2025-01-13T20:05:12.148" v="1761"/>
          <ac:spMkLst>
            <pc:docMk/>
            <pc:sldMk cId="3580099671" sldId="271"/>
            <ac:spMk id="6" creationId="{FFF032B3-2EEA-E022-779E-B2610C5C77EF}"/>
          </ac:spMkLst>
        </pc:spChg>
        <pc:spChg chg="add">
          <ac:chgData name="Y K" userId="7271096428e87f8f" providerId="LiveId" clId="{222C6AB1-CF32-4DD3-B18C-764EC5C39CD6}" dt="2025-01-13T20:05:18.156" v="1763"/>
          <ac:spMkLst>
            <pc:docMk/>
            <pc:sldMk cId="3580099671" sldId="271"/>
            <ac:spMk id="7" creationId="{D8600694-D67A-0CC6-782A-082AB9DC6855}"/>
          </ac:spMkLst>
        </pc:spChg>
      </pc:sldChg>
      <pc:sldChg chg="addSp delSp modSp add mod modAnim modNotesTx">
        <pc:chgData name="Y K" userId="7271096428e87f8f" providerId="LiveId" clId="{222C6AB1-CF32-4DD3-B18C-764EC5C39CD6}" dt="2025-01-14T10:34:22.097" v="3179" actId="20577"/>
        <pc:sldMkLst>
          <pc:docMk/>
          <pc:sldMk cId="4105506207" sldId="271"/>
        </pc:sldMkLst>
        <pc:spChg chg="mod">
          <ac:chgData name="Y K" userId="7271096428e87f8f" providerId="LiveId" clId="{222C6AB1-CF32-4DD3-B18C-764EC5C39CD6}" dt="2025-01-13T20:45:15.051" v="1921" actId="122"/>
          <ac:spMkLst>
            <pc:docMk/>
            <pc:sldMk cId="4105506207" sldId="271"/>
            <ac:spMk id="2" creationId="{68A7A218-D166-E8F5-66E6-9BF8AE26CF4F}"/>
          </ac:spMkLst>
        </pc:spChg>
        <pc:spChg chg="del">
          <ac:chgData name="Y K" userId="7271096428e87f8f" providerId="LiveId" clId="{222C6AB1-CF32-4DD3-B18C-764EC5C39CD6}" dt="2025-01-13T20:36:35.007" v="1901" actId="478"/>
          <ac:spMkLst>
            <pc:docMk/>
            <pc:sldMk cId="4105506207" sldId="271"/>
            <ac:spMk id="3" creationId="{1A662127-FFCB-EE3F-7E9B-88D92CAF8571}"/>
          </ac:spMkLst>
        </pc:spChg>
        <pc:spChg chg="add del mod">
          <ac:chgData name="Y K" userId="7271096428e87f8f" providerId="LiveId" clId="{222C6AB1-CF32-4DD3-B18C-764EC5C39CD6}" dt="2025-01-13T20:36:37.822" v="1902" actId="478"/>
          <ac:spMkLst>
            <pc:docMk/>
            <pc:sldMk cId="4105506207" sldId="271"/>
            <ac:spMk id="7" creationId="{062A500F-4486-3C88-392E-4C3D687C41ED}"/>
          </ac:spMkLst>
        </pc:spChg>
        <pc:picChg chg="add mod modCrop">
          <ac:chgData name="Y K" userId="7271096428e87f8f" providerId="LiveId" clId="{222C6AB1-CF32-4DD3-B18C-764EC5C39CD6}" dt="2025-01-13T20:45:33.276" v="1922" actId="732"/>
          <ac:picMkLst>
            <pc:docMk/>
            <pc:sldMk cId="4105506207" sldId="271"/>
            <ac:picMk id="4" creationId="{A8FF2FCD-8232-4CC8-154D-0659A012964E}"/>
          </ac:picMkLst>
        </pc:picChg>
        <pc:picChg chg="del">
          <ac:chgData name="Y K" userId="7271096428e87f8f" providerId="LiveId" clId="{222C6AB1-CF32-4DD3-B18C-764EC5C39CD6}" dt="2025-01-13T20:18:17.064" v="1898" actId="478"/>
          <ac:picMkLst>
            <pc:docMk/>
            <pc:sldMk cId="4105506207" sldId="271"/>
            <ac:picMk id="5" creationId="{E6C7B7C4-C4B4-3B7D-031B-358F1938ED7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1F11C5-C56D-4B82-94D6-188C069C799F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9D86B4-DBF9-49FC-8555-D89B62677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50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everyone. Today, I will be presenting an analysis on the impact of COVID-19 on life expectancy,</a:t>
            </a:r>
          </a:p>
          <a:p>
            <a:r>
              <a:rPr lang="en-US" dirty="0"/>
              <a:t>focusing on how it differs by gender and region.</a:t>
            </a:r>
          </a:p>
          <a:p>
            <a:endParaRPr lang="en-US" dirty="0"/>
          </a:p>
          <a:p>
            <a:r>
              <a:rPr lang="en-US" dirty="0"/>
              <a:t>In this </a:t>
            </a:r>
            <a:r>
              <a:rPr lang="en-US" dirty="0" err="1"/>
              <a:t>presentation,we'll</a:t>
            </a:r>
            <a:r>
              <a:rPr lang="en-US" dirty="0"/>
              <a:t> look at global trends, with a specific focus on different regions and genders.</a:t>
            </a:r>
          </a:p>
          <a:p>
            <a:r>
              <a:rPr lang="en-US" dirty="0"/>
              <a:t>I'll explain how we can see significant effects in the years after the pandemic, and discuss the statistical results that support these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03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objective today is to understand how life expectancy was affected by COVID-19 and explore which factors</a:t>
            </a:r>
          </a:p>
          <a:p>
            <a:r>
              <a:rPr lang="en-US" dirty="0"/>
              <a:t>such as gender and region—have the most significant impact.</a:t>
            </a:r>
          </a:p>
          <a:p>
            <a:endParaRPr lang="en-US" dirty="0"/>
          </a:p>
          <a:p>
            <a:r>
              <a:rPr lang="en-US" b="1" dirty="0"/>
              <a:t>Life expectancy trends before, during, and after COVID-19</a:t>
            </a:r>
            <a:r>
              <a:rPr lang="en-US" dirty="0"/>
              <a:t>: </a:t>
            </a:r>
          </a:p>
          <a:p>
            <a:r>
              <a:rPr lang="en-US" dirty="0"/>
              <a:t>We'll review how global life expectancy changed from 2019 to 2024, highlighting the impact of COVID-19.</a:t>
            </a:r>
          </a:p>
          <a:p>
            <a:endParaRPr lang="en-US" b="1" dirty="0"/>
          </a:p>
          <a:p>
            <a:r>
              <a:rPr lang="en-US" b="1" dirty="0"/>
              <a:t>Regional comparisons of life expectancy</a:t>
            </a:r>
            <a:r>
              <a:rPr lang="en-US" dirty="0"/>
              <a:t>:</a:t>
            </a:r>
          </a:p>
          <a:p>
            <a:r>
              <a:rPr lang="en-US" dirty="0"/>
              <a:t>We'll also look at how different regions experienced changes in life expectancy during this period.</a:t>
            </a:r>
          </a:p>
          <a:p>
            <a:endParaRPr lang="en-US" b="1" dirty="0"/>
          </a:p>
          <a:p>
            <a:r>
              <a:rPr lang="en-US" b="1" dirty="0"/>
              <a:t>Key statistical results (T-test, ANOVA)</a:t>
            </a:r>
            <a:r>
              <a:rPr lang="en-US" dirty="0"/>
              <a:t>:</a:t>
            </a:r>
          </a:p>
          <a:p>
            <a:r>
              <a:rPr lang="en-US" dirty="0"/>
              <a:t>The statistical analysis, including T-tests and ANOVA, will help us understand significant differences by gender and region.</a:t>
            </a:r>
          </a:p>
          <a:p>
            <a:endParaRPr lang="en-US" b="1" dirty="0"/>
          </a:p>
          <a:p>
            <a:r>
              <a:rPr lang="en-US" b="1" dirty="0"/>
              <a:t>Insights from the analysis</a:t>
            </a:r>
            <a:r>
              <a:rPr lang="en-US" dirty="0"/>
              <a:t>:</a:t>
            </a:r>
          </a:p>
          <a:p>
            <a:r>
              <a:rPr lang="en-US" dirty="0"/>
              <a:t>We’ll summarize the key findings from the data, including trends and factors that influence life expectancy.</a:t>
            </a:r>
          </a:p>
          <a:p>
            <a:endParaRPr lang="en-US" b="1" dirty="0"/>
          </a:p>
          <a:p>
            <a:r>
              <a:rPr lang="en-US" b="1" dirty="0"/>
              <a:t>Limitations of the data and analysis</a:t>
            </a:r>
            <a:r>
              <a:rPr lang="en-US" dirty="0"/>
              <a:t>:</a:t>
            </a:r>
          </a:p>
          <a:p>
            <a:r>
              <a:rPr lang="en-US" dirty="0"/>
              <a:t>We’ll discuss the limitations, such as missing data for some regions and the unclear long-term effects of COVID-19.</a:t>
            </a:r>
          </a:p>
          <a:p>
            <a:endParaRPr lang="en-US" b="1" dirty="0"/>
          </a:p>
          <a:p>
            <a:r>
              <a:rPr lang="en-US" b="1" dirty="0"/>
              <a:t>Future directions for research</a:t>
            </a:r>
            <a:r>
              <a:rPr lang="en-US" dirty="0"/>
              <a:t>: </a:t>
            </a:r>
          </a:p>
          <a:p>
            <a:r>
              <a:rPr lang="en-US" dirty="0"/>
              <a:t>Finally, we’ll suggest future steps to better understand the impacts of COVID-19 on life expectancy.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73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76324-5AAD-05D2-39C2-4B158EDED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11CCF4-FAA4-7CC9-E514-1E437075FB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E6AEA1-7173-568F-F03E-C21872BAE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This presentation </a:t>
            </a:r>
            <a:r>
              <a:rPr lang="en-US" dirty="0"/>
              <a:t>defines the </a:t>
            </a:r>
            <a:r>
              <a:rPr lang="en-US" b="1" dirty="0"/>
              <a:t>COVID period spanning</a:t>
            </a:r>
            <a:r>
              <a:rPr lang="en-US" dirty="0"/>
              <a:t> from January 2020 to May 2023.(Point *</a:t>
            </a:r>
            <a:r>
              <a:rPr lang="en-US" baseline="30000" dirty="0"/>
              <a:t>2 </a:t>
            </a:r>
            <a:r>
              <a:rPr lang="en-US" dirty="0"/>
              <a:t>COVID-19 period: WHO)</a:t>
            </a:r>
          </a:p>
          <a:p>
            <a:r>
              <a:rPr lang="en-US" dirty="0"/>
              <a:t>The year 2024 is </a:t>
            </a:r>
            <a:r>
              <a:rPr lang="en-US" b="1" dirty="0"/>
              <a:t>considered</a:t>
            </a:r>
            <a:r>
              <a:rPr lang="en-US" dirty="0"/>
              <a:t> the first year of post-COVID life expectancy reporting.</a:t>
            </a:r>
          </a:p>
          <a:p>
            <a:endParaRPr lang="en-US" dirty="0"/>
          </a:p>
          <a:p>
            <a:r>
              <a:rPr lang="en-US" dirty="0"/>
              <a:t>However, we acknowledge that the impact of COVID-19 </a:t>
            </a:r>
            <a:r>
              <a:rPr lang="en-US" b="1" dirty="0"/>
              <a:t>continues</a:t>
            </a:r>
            <a:r>
              <a:rPr lang="en-US" dirty="0"/>
              <a:t> in some regions,</a:t>
            </a:r>
          </a:p>
          <a:p>
            <a:r>
              <a:rPr lang="en-US" dirty="0"/>
              <a:t>so 2024 data is </a:t>
            </a:r>
            <a:r>
              <a:rPr lang="en-US" b="1" dirty="0"/>
              <a:t>positioned</a:t>
            </a:r>
            <a:r>
              <a:rPr lang="en-US" dirty="0"/>
              <a:t> as "post-COVID" while </a:t>
            </a:r>
            <a:r>
              <a:rPr lang="en-US" dirty="0" err="1"/>
              <a:t>recognising</a:t>
            </a:r>
            <a:r>
              <a:rPr lang="en-US" dirty="0"/>
              <a:t> </a:t>
            </a:r>
            <a:r>
              <a:rPr lang="en-US" b="1" dirty="0"/>
              <a:t>lingering</a:t>
            </a:r>
            <a:r>
              <a:rPr lang="en-US" dirty="0"/>
              <a:t> effects.</a:t>
            </a:r>
          </a:p>
          <a:p>
            <a:endParaRPr lang="en-US" dirty="0"/>
          </a:p>
          <a:p>
            <a:r>
              <a:rPr lang="en-US" dirty="0"/>
              <a:t>Data comes from reliable UN DATA, and regions are </a:t>
            </a:r>
            <a:r>
              <a:rPr lang="en-US" b="1" dirty="0"/>
              <a:t>classified</a:t>
            </a:r>
            <a:r>
              <a:rPr lang="en-US" dirty="0"/>
              <a:t> </a:t>
            </a:r>
            <a:r>
              <a:rPr lang="en-US" b="1" dirty="0"/>
              <a:t>based</a:t>
            </a:r>
            <a:r>
              <a:rPr lang="en-US" dirty="0"/>
              <a:t> </a:t>
            </a:r>
            <a:r>
              <a:rPr lang="en-US" b="1" dirty="0"/>
              <a:t>on</a:t>
            </a:r>
            <a:r>
              <a:rPr lang="en-US" dirty="0"/>
              <a:t> WHO regions.</a:t>
            </a:r>
          </a:p>
          <a:p>
            <a:r>
              <a:rPr lang="en-US" dirty="0"/>
              <a:t>In this presentation, we use the WHO classification of regions for consistency and comparability. The regions are as follows: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AFRO (African Region):</a:t>
            </a:r>
            <a:r>
              <a:rPr lang="en-US" dirty="0"/>
              <a:t> Countries in Africa.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AMRO (Americas Region):</a:t>
            </a:r>
            <a:r>
              <a:rPr lang="en-US" dirty="0"/>
              <a:t> North, Central, and South America.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EMRO (Eastern Mediterranean Region):</a:t>
            </a:r>
            <a:r>
              <a:rPr lang="en-US" dirty="0"/>
              <a:t> Middle East and North Africa.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EURO (European Region):</a:t>
            </a:r>
            <a:r>
              <a:rPr lang="en-US" dirty="0"/>
              <a:t> European countries.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SEARO (South-East Asia Region):</a:t>
            </a:r>
            <a:r>
              <a:rPr lang="en-US" dirty="0"/>
              <a:t> South Asian countries.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WPRO (Western Pacific Region):</a:t>
            </a:r>
            <a:r>
              <a:rPr lang="en-US" dirty="0"/>
              <a:t> East Asia and Pacific Islands.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World:</a:t>
            </a:r>
            <a:r>
              <a:rPr lang="en-US" dirty="0"/>
              <a:t> Global data combining all regions.</a:t>
            </a:r>
          </a:p>
          <a:p>
            <a:endParaRPr lang="en-US" dirty="0"/>
          </a:p>
          <a:p>
            <a:r>
              <a:rPr lang="en-US" dirty="0"/>
              <a:t>Gender data is categorized into three groups: combined (male and female), male, and female.</a:t>
            </a:r>
          </a:p>
          <a:p>
            <a:r>
              <a:rPr lang="en-US" dirty="0"/>
              <a:t>This slide outlines the main questions and objectives of the presentation, introduces the data sources, and clarifies the definitions of the time periods we’re analyzing.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CA1A3-2B8F-2DF5-CC72-8673B4456A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04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you guess how much life expectancy changed globally before and after COVID-19. The answer will be revealed in the next slide with a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71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b="0" dirty="0"/>
              <a:t>The answer is life expectancy in post-COVID is longer than pre-COVID in both genders.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b="0" dirty="0"/>
              <a:t>Let’s break down this graph.</a:t>
            </a:r>
          </a:p>
          <a:p>
            <a:pPr>
              <a:buFont typeface="Arial" panose="020B0604020202020204" pitchFamily="34" charset="0"/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None/>
            </a:pPr>
            <a:r>
              <a:rPr lang="en-US" b="1" dirty="0"/>
              <a:t>Life expectancy trends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(From the graph, we can see that </a:t>
            </a:r>
            <a:r>
              <a:rPr lang="en-US" b="1" dirty="0"/>
              <a:t>females</a:t>
            </a:r>
            <a:r>
              <a:rPr lang="en-US" dirty="0"/>
              <a:t> have the highest life expectancy, followed by </a:t>
            </a:r>
            <a:r>
              <a:rPr lang="en-US" b="1" dirty="0"/>
              <a:t>both genders combined</a:t>
            </a:r>
            <a:r>
              <a:rPr lang="en-US" dirty="0"/>
              <a:t>, and then </a:t>
            </a:r>
            <a:r>
              <a:rPr lang="en-US" b="1" dirty="0"/>
              <a:t>males</a:t>
            </a:r>
            <a:r>
              <a:rPr lang="en-US" dirty="0"/>
              <a:t>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order is interesting because typically, </a:t>
            </a:r>
            <a:r>
              <a:rPr lang="en-US" b="1" dirty="0"/>
              <a:t>females</a:t>
            </a:r>
            <a:r>
              <a:rPr lang="en-US" dirty="0"/>
              <a:t> live longer than </a:t>
            </a:r>
            <a:r>
              <a:rPr lang="en-US" b="1" dirty="0"/>
              <a:t>males</a:t>
            </a:r>
            <a:r>
              <a:rPr lang="en-US" dirty="0"/>
              <a:t>, but it’s not clear why </a:t>
            </a:r>
            <a:r>
              <a:rPr lang="en-US" b="1" dirty="0"/>
              <a:t>both</a:t>
            </a:r>
            <a:r>
              <a:rPr lang="en-US" dirty="0"/>
              <a:t> genders combined have a higher value than </a:t>
            </a:r>
            <a:r>
              <a:rPr lang="en-US" b="1" dirty="0"/>
              <a:t>females</a:t>
            </a:r>
            <a:r>
              <a:rPr lang="en-US" dirty="0"/>
              <a:t> in this case.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None/>
            </a:pPr>
            <a:r>
              <a:rPr lang="en-US" b="1" dirty="0"/>
              <a:t>Impact of COVID-19</a:t>
            </a:r>
            <a:r>
              <a:rPr lang="en-US" dirty="0"/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The </a:t>
            </a:r>
            <a:r>
              <a:rPr lang="en-US" b="1" dirty="0"/>
              <a:t>2021 drop</a:t>
            </a:r>
            <a:r>
              <a:rPr lang="en-US" dirty="0"/>
              <a:t> shows a significant decrease in life expectancy compared to </a:t>
            </a:r>
            <a:r>
              <a:rPr lang="en-US" b="1" dirty="0"/>
              <a:t>2019</a:t>
            </a:r>
            <a:r>
              <a:rPr lang="en-US" dirty="0"/>
              <a:t>, which likely reflects the effects of the pandemic.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However, in </a:t>
            </a:r>
            <a:r>
              <a:rPr lang="en-US" b="1" dirty="0"/>
              <a:t>2024</a:t>
            </a:r>
            <a:r>
              <a:rPr lang="en-US" dirty="0"/>
              <a:t>, life expectancy has </a:t>
            </a:r>
            <a:r>
              <a:rPr lang="en-US" b="1" dirty="0"/>
              <a:t>recovered</a:t>
            </a:r>
            <a:r>
              <a:rPr lang="en-US" dirty="0"/>
              <a:t>, and it is now </a:t>
            </a:r>
            <a:r>
              <a:rPr lang="en-US" b="1" dirty="0"/>
              <a:t>about one year higher</a:t>
            </a:r>
            <a:r>
              <a:rPr lang="en-US" dirty="0"/>
              <a:t> than in </a:t>
            </a:r>
            <a:r>
              <a:rPr lang="en-US" b="1" dirty="0"/>
              <a:t>2019</a:t>
            </a:r>
            <a:r>
              <a:rPr lang="en-US" dirty="0"/>
              <a:t> for all groups (both, males, and females).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54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I’ve divided the six years of data into two slides for better clarity.</a:t>
            </a:r>
          </a:p>
          <a:p>
            <a:r>
              <a:rPr lang="en-US" dirty="0"/>
              <a:t>This slide focuses on the years 2019 to 2021, highlighting the changes in average life expectancy before and during the onset of the COVID-19 pandemic,</a:t>
            </a:r>
          </a:p>
          <a:p>
            <a:r>
              <a:rPr lang="en-US" dirty="0"/>
              <a:t>broken down by region.</a:t>
            </a:r>
          </a:p>
          <a:p>
            <a:endParaRPr lang="en-US" dirty="0"/>
          </a:p>
          <a:p>
            <a:r>
              <a:rPr lang="en-US" dirty="0"/>
              <a:t>As you can see, this period captures the initial impact of COVID-19 on life expectancy,</a:t>
            </a:r>
          </a:p>
          <a:p>
            <a:r>
              <a:rPr lang="en-US" dirty="0"/>
              <a:t>revealing distinct patterns and variations across different regions.</a:t>
            </a:r>
          </a:p>
          <a:p>
            <a:endParaRPr lang="en-US" dirty="0"/>
          </a:p>
          <a:p>
            <a:r>
              <a:rPr lang="en-US" dirty="0"/>
              <a:t>Let's take a closer look at these differences and discuss the trends observed during this critical time.</a:t>
            </a:r>
          </a:p>
          <a:p>
            <a:endParaRPr lang="en-US" dirty="0"/>
          </a:p>
          <a:p>
            <a:r>
              <a:rPr lang="en-US" dirty="0"/>
              <a:t>The chart on this slide visually compares the year-length change in life expectancy across the regions between 2019 and 2021.</a:t>
            </a:r>
          </a:p>
          <a:p>
            <a:r>
              <a:rPr lang="en-US" dirty="0"/>
              <a:t>Notice the steeper declines in EURO and AMRO, compared to the relatively minor changes in other regions.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893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3E75C-B657-D8DD-EEFD-B6909D4E6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3FF4ED-E779-18FE-DA8F-92C90F1E9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66AF80-70C8-07EE-959B-C16985448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on this slide visually compares the year-length change in life expectancy across the regions between 2022 and 2024.</a:t>
            </a:r>
          </a:p>
          <a:p>
            <a:r>
              <a:rPr lang="en-US" dirty="0"/>
              <a:t>Notice notable recovery in EURO and AMRO, compared to the relatively minor changes in other regions.</a:t>
            </a:r>
          </a:p>
          <a:p>
            <a:endParaRPr lang="en-US" dirty="0"/>
          </a:p>
          <a:p>
            <a:r>
              <a:rPr lang="en-US" dirty="0"/>
              <a:t>This graph provides a </a:t>
            </a:r>
            <a:r>
              <a:rPr lang="en-US" b="1" dirty="0"/>
              <a:t>visual representation, </a:t>
            </a:r>
            <a:r>
              <a:rPr lang="en-US" dirty="0"/>
              <a:t>however, we’ll now use statistical analysis to examine the data </a:t>
            </a:r>
            <a:r>
              <a:rPr lang="en-US" b="1" dirty="0"/>
              <a:t>numerically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DD34C-0895-5C14-48FD-354ED5478C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216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I used a </a:t>
            </a:r>
            <a:r>
              <a:rPr lang="en-US" b="1" dirty="0"/>
              <a:t>T-test</a:t>
            </a:r>
            <a:r>
              <a:rPr lang="en-US" dirty="0"/>
              <a:t> to compare life expectancy between males and females </a:t>
            </a:r>
            <a:r>
              <a:rPr lang="en-US" b="1" dirty="0"/>
              <a:t>before</a:t>
            </a:r>
            <a:r>
              <a:rPr lang="en-US" dirty="0"/>
              <a:t> and </a:t>
            </a:r>
            <a:r>
              <a:rPr lang="en-US" b="1" dirty="0"/>
              <a:t>after</a:t>
            </a:r>
            <a:r>
              <a:rPr lang="en-US" dirty="0"/>
              <a:t> COVID-19.</a:t>
            </a:r>
          </a:p>
          <a:p>
            <a:r>
              <a:rPr lang="en-US" dirty="0"/>
              <a:t>The T-test is used to check if there is a statistically significant difference between the </a:t>
            </a:r>
            <a:r>
              <a:rPr lang="en-US" b="1" dirty="0"/>
              <a:t>two</a:t>
            </a:r>
            <a:r>
              <a:rPr lang="en-US" dirty="0"/>
              <a:t> groups, male and female.</a:t>
            </a:r>
          </a:p>
          <a:p>
            <a:endParaRPr lang="en-US" dirty="0"/>
          </a:p>
          <a:p>
            <a:r>
              <a:rPr lang="en-US" dirty="0"/>
              <a:t>I also applied </a:t>
            </a:r>
            <a:r>
              <a:rPr lang="en-US" b="1" dirty="0"/>
              <a:t>ANOVA</a:t>
            </a:r>
            <a:r>
              <a:rPr lang="en-US" dirty="0"/>
              <a:t> to examine life expectancy differences between </a:t>
            </a:r>
            <a:r>
              <a:rPr lang="en-US" b="1" dirty="0"/>
              <a:t>regions</a:t>
            </a:r>
            <a:r>
              <a:rPr lang="en-US" dirty="0"/>
              <a:t> and over the </a:t>
            </a:r>
            <a:r>
              <a:rPr lang="en-US" b="1" dirty="0"/>
              <a:t>years</a:t>
            </a:r>
            <a:r>
              <a:rPr lang="en-US" dirty="0"/>
              <a:t>. </a:t>
            </a:r>
          </a:p>
          <a:p>
            <a:r>
              <a:rPr lang="en-US" dirty="0"/>
              <a:t>The ANOVA test helps to check if the differences in life </a:t>
            </a:r>
            <a:r>
              <a:rPr lang="en-US" b="1" dirty="0"/>
              <a:t>expectancy</a:t>
            </a:r>
            <a:r>
              <a:rPr lang="en-US" dirty="0"/>
              <a:t> are significant across </a:t>
            </a:r>
            <a:r>
              <a:rPr lang="en-US" b="1" dirty="0"/>
              <a:t>multiple</a:t>
            </a:r>
            <a:r>
              <a:rPr lang="en-US" dirty="0"/>
              <a:t>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86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1E355-A97D-79BE-8C73-5C426670B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3ADD1B-C847-B070-526D-61F438F59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AAEA7F-B706-9130-CF46-F0B73C6CA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are the statistical results for T-tests and ANOVA.</a:t>
            </a:r>
          </a:p>
          <a:p>
            <a:br>
              <a:rPr lang="en-US" dirty="0"/>
            </a:br>
            <a:r>
              <a:rPr lang="en-US" dirty="0"/>
              <a:t>For the </a:t>
            </a:r>
            <a:r>
              <a:rPr lang="en-US" b="1" dirty="0"/>
              <a:t>T-test</a:t>
            </a:r>
            <a:r>
              <a:rPr lang="en-US" dirty="0"/>
              <a:t>, both pre- and post-COVID p-values are </a:t>
            </a:r>
            <a:r>
              <a:rPr lang="en-US" b="1" dirty="0"/>
              <a:t>above</a:t>
            </a:r>
            <a:r>
              <a:rPr lang="en-US" dirty="0"/>
              <a:t> 0.05,</a:t>
            </a:r>
          </a:p>
          <a:p>
            <a:r>
              <a:rPr lang="en-US" dirty="0" err="1"/>
              <a:t>whih</a:t>
            </a:r>
            <a:r>
              <a:rPr lang="en-US" dirty="0"/>
              <a:t> means no significant difference in life expectancy between males and females.</a:t>
            </a:r>
          </a:p>
          <a:p>
            <a:br>
              <a:rPr lang="en-US" dirty="0"/>
            </a:br>
            <a:r>
              <a:rPr lang="en-US" dirty="0"/>
              <a:t>For the </a:t>
            </a:r>
            <a:r>
              <a:rPr lang="en-US" b="1" dirty="0"/>
              <a:t>ANOVA</a:t>
            </a:r>
            <a:r>
              <a:rPr lang="en-US" dirty="0"/>
              <a:t>, the region p-value is </a:t>
            </a:r>
            <a:r>
              <a:rPr lang="en-US" b="1" dirty="0"/>
              <a:t>extremely small</a:t>
            </a:r>
            <a:r>
              <a:rPr lang="en-US" dirty="0"/>
              <a:t>, showing big differences in life expectancy between </a:t>
            </a:r>
            <a:r>
              <a:rPr lang="en-US" b="1" dirty="0"/>
              <a:t>regions</a:t>
            </a:r>
            <a:r>
              <a:rPr lang="en-US" dirty="0"/>
              <a:t>.</a:t>
            </a:r>
          </a:p>
          <a:p>
            <a:r>
              <a:rPr lang="en-US" dirty="0"/>
              <a:t>However, the year p-value is </a:t>
            </a:r>
            <a:r>
              <a:rPr lang="en-US" b="1" dirty="0"/>
              <a:t>above</a:t>
            </a:r>
            <a:r>
              <a:rPr lang="en-US" dirty="0"/>
              <a:t> 0.05, meaning no significant differences across years.</a:t>
            </a:r>
          </a:p>
          <a:p>
            <a:endParaRPr lang="en-US" dirty="0"/>
          </a:p>
          <a:p>
            <a:r>
              <a:rPr lang="en-US" dirty="0"/>
              <a:t>(I’ve rounded all p-values to 4 decimal places to make them easier to read.)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DEA4F-C152-7D87-4EE3-B52AE956E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608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Here, I’ll explain the statistical results and examine the ANOVA heatmap.</a:t>
            </a:r>
          </a:p>
          <a:p>
            <a:endParaRPr lang="en-US" dirty="0"/>
          </a:p>
          <a:p>
            <a:r>
              <a:rPr lang="en-US" b="1" dirty="0"/>
              <a:t>There are three key findings:</a:t>
            </a:r>
          </a:p>
          <a:p>
            <a:pPr>
              <a:buFont typeface="+mj-lt"/>
              <a:buAutoNum type="arabicPeriod"/>
            </a:pPr>
            <a:r>
              <a:rPr lang="en-US" dirty="0"/>
              <a:t>There is no significant difference in life expectancy between males and females, as indicated by a p-value greater than 0.05.</a:t>
            </a:r>
          </a:p>
          <a:p>
            <a:pPr>
              <a:buFont typeface="+mj-lt"/>
              <a:buAutoNum type="arabicPeriod"/>
            </a:pPr>
            <a:r>
              <a:rPr lang="en-US" dirty="0"/>
              <a:t>Significant differences in life expectancy are observed across regions, with a p-value less than 0.001.</a:t>
            </a:r>
          </a:p>
          <a:p>
            <a:pPr>
              <a:buFont typeface="+mj-lt"/>
              <a:buAutoNum type="arabicPeriod"/>
            </a:pPr>
            <a:r>
              <a:rPr lang="en-US" dirty="0"/>
              <a:t>Globally, there are no significant changes in life expectancy over time, with a p-value greater than 0.05.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Let’s take a closer look at the ANOVA heatmap to better understand these results visually.(Point the heatmap)</a:t>
            </a:r>
          </a:p>
          <a:p>
            <a:endParaRPr lang="en-US" dirty="0"/>
          </a:p>
          <a:p>
            <a:r>
              <a:rPr lang="en-US" dirty="0"/>
              <a:t>When we look at the data by region, we can see that in 2021, the average life expectancy drops significantly across all regions.</a:t>
            </a:r>
          </a:p>
          <a:p>
            <a:r>
              <a:rPr lang="en-US" dirty="0"/>
              <a:t>However, in 2020, the changes in life expectancy vary by region.</a:t>
            </a:r>
          </a:p>
          <a:p>
            <a:endParaRPr lang="en-US" dirty="0"/>
          </a:p>
          <a:p>
            <a:r>
              <a:rPr lang="en-US" dirty="0"/>
              <a:t>Some regions show a gradual decline in life expectancy, </a:t>
            </a:r>
            <a:r>
              <a:rPr lang="en-US" b="1" dirty="0"/>
              <a:t>while</a:t>
            </a:r>
            <a:r>
              <a:rPr lang="en-US" dirty="0"/>
              <a:t> others experience a </a:t>
            </a:r>
            <a:r>
              <a:rPr lang="en-US" b="1" dirty="0"/>
              <a:t>sharp drop </a:t>
            </a:r>
            <a:r>
              <a:rPr lang="en-US" dirty="0"/>
              <a:t>followed by a rapid recovery.</a:t>
            </a:r>
          </a:p>
          <a:p>
            <a:r>
              <a:rPr lang="en-US" dirty="0"/>
              <a:t>This highlights the differences in how regions were impacted and their resilience in recovering from the effects of COVID-19.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9459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ED08D-AE3F-D9BD-3E22-557BB6A37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CC3633-989E-9F08-D17E-9CA18F6C67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E82456-E48D-A797-7DEA-ED7F593C6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/>
              <a:t>(**Animation Slide </a:t>
            </a:r>
            <a:r>
              <a:rPr lang="en-US" dirty="0"/>
              <a:t>– Click the slide and </a:t>
            </a:r>
            <a:r>
              <a:rPr lang="en-US"/>
              <a:t>start the animation.)</a:t>
            </a:r>
          </a:p>
          <a:p>
            <a:pPr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Before the conclusion, let’s look at this map.</a:t>
            </a:r>
          </a:p>
          <a:p>
            <a:pPr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This animation shows life expectancy trends across six WHO regions.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Each bubble represents a region, and its size and </a:t>
            </a:r>
            <a:r>
              <a:rPr lang="en-US" dirty="0" err="1"/>
              <a:t>colour</a:t>
            </a:r>
            <a:r>
              <a:rPr lang="en-US" dirty="0"/>
              <a:t> correspond to the average life expectancy.</a:t>
            </a:r>
          </a:p>
          <a:p>
            <a:pPr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In the South-East Asia region (SEARO), life expectancy shows relatively stable trends from 2019 to 2024, with only slight fluctuations.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31EA9-4712-8EFA-179E-10579CAE36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083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We Can Conclude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COVID-19 caused a </a:t>
            </a:r>
            <a:r>
              <a:rPr lang="en-US" b="1" dirty="0"/>
              <a:t>sharp</a:t>
            </a:r>
            <a:r>
              <a:rPr lang="en-US" dirty="0"/>
              <a:t> drop in life expectancy, particularly in the years following the pandemic.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This is especially clear when looking at the post-COVID period.(Since 2024 is the first year as post-COVID)</a:t>
            </a:r>
          </a:p>
          <a:p>
            <a:pPr>
              <a:buFont typeface="Arial" panose="020B0604020202020204" pitchFamily="34" charset="0"/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I analyzed gender and region, I saw that they had a significant statistical impact on life expectancy.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Certain </a:t>
            </a:r>
            <a:r>
              <a:rPr lang="en-US" b="1" dirty="0"/>
              <a:t>regions</a:t>
            </a:r>
            <a:r>
              <a:rPr lang="en-US" dirty="0"/>
              <a:t> and genders were more affected than others, and this pattern has shown up clearly in the results.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What We Cannot Conclude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While COVID-19 had an immediate effect, I can't definitively say what the long-term impacts will be yet.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More data is needed over a longer period to make that clear.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Social and economic factors play a role in these trends, but I still can't fully explain how they affect life expectancy across different regions.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There’s more research to be done to understand these complexities.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9516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future research, we need more detailed data to uncover regional trends,</a:t>
            </a:r>
          </a:p>
          <a:p>
            <a:r>
              <a:rPr lang="en-US" dirty="0"/>
              <a:t>such as breaking down by age and </a:t>
            </a:r>
            <a:r>
              <a:rPr lang="en-US" b="1" dirty="0"/>
              <a:t>socio-economic factors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Machine learning models can help predict how life expectancy might change.</a:t>
            </a:r>
          </a:p>
          <a:p>
            <a:r>
              <a:rPr lang="en-US" dirty="0"/>
              <a:t>Lastly, analyzing the influence of </a:t>
            </a:r>
            <a:r>
              <a:rPr lang="en-US" b="1" dirty="0"/>
              <a:t>healthcare</a:t>
            </a:r>
            <a:r>
              <a:rPr lang="en-US" dirty="0"/>
              <a:t>, </a:t>
            </a:r>
            <a:r>
              <a:rPr lang="en-US" b="1" dirty="0"/>
              <a:t>education</a:t>
            </a:r>
            <a:r>
              <a:rPr lang="en-US" dirty="0"/>
              <a:t>, and </a:t>
            </a:r>
            <a:r>
              <a:rPr lang="en-US" b="1" dirty="0"/>
              <a:t>economic conditions </a:t>
            </a:r>
            <a:r>
              <a:rPr lang="en-US" dirty="0"/>
              <a:t>will give a clearer picture of what drives these trends.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3477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D86B4-DBF9-49FC-8555-D89B6267720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61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BB8EF5A-BED6-4471-A6DC-B6FA7E2E354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021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483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573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53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040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47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772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155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993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3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133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777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64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5036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EF5A-BED6-4471-A6DC-B6FA7E2E354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312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BB8EF5A-BED6-4471-A6DC-B6FA7E2E354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880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BB8EF5A-BED6-4471-A6DC-B6FA7E2E354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41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BB8EF5A-BED6-4471-A6DC-B6FA7E2E354D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F0BF133-729E-40DB-AED3-CA24F89E5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866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un.org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ho.int/europe/emergencies/situations/covid-19" TargetMode="External"/><Relationship Id="rId4" Type="http://schemas.openxmlformats.org/officeDocument/2006/relationships/hyperlink" Target="https://www.who.int/about/who-we-are/regional-offices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18244-056D-F3BE-2C77-B659522C4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9880" y="1857920"/>
            <a:ext cx="9963450" cy="1999236"/>
          </a:xfrm>
        </p:spPr>
        <p:txBody>
          <a:bodyPr>
            <a:normAutofit/>
          </a:bodyPr>
          <a:lstStyle/>
          <a:p>
            <a:r>
              <a:rPr lang="en-US" dirty="0"/>
              <a:t>Transition of Life Expectancy Before and After COVID-19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D96355-ED4A-1111-5FC8-AEBA617432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6943" y="4678368"/>
            <a:ext cx="6643434" cy="861420"/>
          </a:xfrm>
        </p:spPr>
        <p:txBody>
          <a:bodyPr/>
          <a:lstStyle/>
          <a:p>
            <a:pPr algn="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34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FD99C-A6B8-A819-237F-F25BA39BA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E776A-A66A-A933-6653-E36DA5B21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428885" cy="706964"/>
          </a:xfrm>
        </p:spPr>
        <p:txBody>
          <a:bodyPr/>
          <a:lstStyle/>
          <a:p>
            <a:r>
              <a:rPr lang="en-US" dirty="0"/>
              <a:t>Overview </a:t>
            </a:r>
            <a:br>
              <a:rPr lang="en-US" dirty="0"/>
            </a:br>
            <a:r>
              <a:rPr lang="en-US" sz="1800" dirty="0"/>
              <a:t>To analyze the impact of COVID-19 on life expectancy across different genders and regions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5E3F5-1B3B-F104-5F4D-552E58BED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3539" y="2678562"/>
            <a:ext cx="8500837" cy="3933778"/>
          </a:xfrm>
        </p:spPr>
        <p:txBody>
          <a:bodyPr>
            <a:normAutofit/>
          </a:bodyPr>
          <a:lstStyle/>
          <a:p>
            <a:r>
              <a:rPr lang="en-US" dirty="0"/>
              <a:t>Life expectancy trends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before, during</a:t>
            </a:r>
            <a:r>
              <a:rPr lang="en-US" dirty="0"/>
              <a:t>, and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after</a:t>
            </a:r>
            <a:r>
              <a:rPr lang="en-US" dirty="0"/>
              <a:t> COVID-19</a:t>
            </a:r>
          </a:p>
          <a:p>
            <a:endParaRPr lang="en-US" dirty="0"/>
          </a:p>
          <a:p>
            <a:r>
              <a:rPr lang="en-US" dirty="0"/>
              <a:t>Regional comparisons of life expectancy</a:t>
            </a:r>
          </a:p>
          <a:p>
            <a:endParaRPr lang="en-US" dirty="0"/>
          </a:p>
          <a:p>
            <a:r>
              <a:rPr lang="en-US" dirty="0"/>
              <a:t>Key statistical results (T-test, ANOVA)</a:t>
            </a:r>
          </a:p>
          <a:p>
            <a:endParaRPr lang="en-US" dirty="0"/>
          </a:p>
          <a:p>
            <a:r>
              <a:rPr lang="en-US" dirty="0"/>
              <a:t>Insights from the analysis, limitations of the data and analysis</a:t>
            </a:r>
          </a:p>
          <a:p>
            <a:endParaRPr lang="en-US" dirty="0"/>
          </a:p>
          <a:p>
            <a:r>
              <a:rPr lang="en-US" dirty="0"/>
              <a:t>Future directions for research</a:t>
            </a:r>
          </a:p>
        </p:txBody>
      </p:sp>
    </p:spTree>
    <p:extLst>
      <p:ext uri="{BB962C8B-B14F-4D97-AF65-F5344CB8AC3E}">
        <p14:creationId xmlns:p14="http://schemas.microsoft.com/office/powerpoint/2010/main" val="4260981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6D57F-CA25-4D09-7ED2-0451AE401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ACDAF-6067-F191-359D-09ABEB6EA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Breakdown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F52C2-FEE9-A33A-EE37-F56627F24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781" y="2393576"/>
            <a:ext cx="8250906" cy="4311126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en-US" sz="1800" b="1" dirty="0"/>
              <a:t>Source:</a:t>
            </a:r>
            <a:r>
              <a:rPr lang="en-US" sz="1800" dirty="0"/>
              <a:t> United Nations (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UN DATA</a:t>
            </a:r>
            <a:r>
              <a:rPr lang="en-US" sz="1800" dirty="0"/>
              <a:t>)*</a:t>
            </a:r>
            <a:r>
              <a:rPr lang="en-US" sz="1800" baseline="30000" dirty="0"/>
              <a:t>1</a:t>
            </a:r>
          </a:p>
          <a:p>
            <a:pPr lvl="1"/>
            <a:r>
              <a:rPr lang="en-US" sz="1800" b="1" dirty="0"/>
              <a:t>Data Format:</a:t>
            </a:r>
            <a:r>
              <a:rPr lang="en-US" sz="1800" dirty="0"/>
              <a:t> CSV (Comma-Separated Values)</a:t>
            </a:r>
          </a:p>
          <a:p>
            <a:pPr lvl="1"/>
            <a:r>
              <a:rPr lang="en-US" sz="1800" b="1" dirty="0"/>
              <a:t>Data Columns: </a:t>
            </a:r>
            <a:r>
              <a:rPr lang="en-US" sz="1800" dirty="0"/>
              <a:t>"Country or Area", "Year(s)", "Variant", "Value“</a:t>
            </a:r>
          </a:p>
          <a:p>
            <a:pPr lvl="1"/>
            <a:endParaRPr lang="en-US" sz="1800" b="1" dirty="0"/>
          </a:p>
          <a:p>
            <a:pPr lvl="1"/>
            <a:r>
              <a:rPr lang="en-US" sz="1800" b="1" dirty="0"/>
              <a:t>Period: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2019–2024</a:t>
            </a:r>
            <a:r>
              <a:rPr lang="en-US" sz="1800" dirty="0"/>
              <a:t> (Pre-COVID, COVID, Post-COVID)*</a:t>
            </a:r>
            <a:r>
              <a:rPr lang="en-US" sz="1800" baseline="30000" dirty="0"/>
              <a:t>2</a:t>
            </a:r>
          </a:p>
          <a:p>
            <a:pPr lvl="1"/>
            <a:endParaRPr lang="en-US" sz="1800" dirty="0"/>
          </a:p>
          <a:p>
            <a:pPr lvl="1"/>
            <a:r>
              <a:rPr lang="en-US" sz="1800" b="1" dirty="0"/>
              <a:t>Region*</a:t>
            </a:r>
            <a:r>
              <a:rPr lang="en-US" sz="1800" b="1" baseline="30000" dirty="0"/>
              <a:t>3</a:t>
            </a:r>
            <a:r>
              <a:rPr lang="en-US" sz="1800" b="1" dirty="0"/>
              <a:t>:</a:t>
            </a:r>
          </a:p>
          <a:p>
            <a:pPr lvl="1"/>
            <a:r>
              <a:rPr lang="en-US" sz="1500" dirty="0"/>
              <a:t>AFRO (African Region), AMRO (Americas Region), EMRO (Eastern Mediterranean Region), EURO (European Region), SEARO (South-East Asia Region), WPRO (Western Pacific Region), World (Global Data)</a:t>
            </a:r>
          </a:p>
          <a:p>
            <a:pPr lvl="1"/>
            <a:endParaRPr lang="en-US" sz="1500" dirty="0"/>
          </a:p>
          <a:p>
            <a:pPr lvl="1"/>
            <a:r>
              <a:rPr lang="en-US" sz="1800" b="1" dirty="0"/>
              <a:t>Gender: </a:t>
            </a:r>
            <a:r>
              <a:rPr lang="en-US" sz="1800" dirty="0"/>
              <a:t>Mixed, Male, Female</a:t>
            </a:r>
          </a:p>
          <a:p>
            <a:pPr lvl="1"/>
            <a:r>
              <a:rPr lang="en-US" sz="1800" b="1" dirty="0"/>
              <a:t>Records: </a:t>
            </a:r>
            <a:r>
              <a:rPr lang="en-US" sz="1800" dirty="0"/>
              <a:t>49 per category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E3D630-2CC2-C8BB-A9FA-B9C4DDFC70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2652" y="2645296"/>
            <a:ext cx="2409825" cy="9239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765AC1-46D7-B4BD-E0FE-36D66298CD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0912" y="4016472"/>
            <a:ext cx="2927578" cy="93653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5148BC6-5501-39A2-4456-EC6DACDFD7A2}"/>
              </a:ext>
            </a:extLst>
          </p:cNvPr>
          <p:cNvSpPr txBox="1">
            <a:spLocks/>
          </p:cNvSpPr>
          <p:nvPr/>
        </p:nvSpPr>
        <p:spPr>
          <a:xfrm>
            <a:off x="7586252" y="5668509"/>
            <a:ext cx="4400922" cy="85925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Data Sources:</a:t>
            </a:r>
            <a:br>
              <a:rPr lang="en-US" dirty="0"/>
            </a:br>
            <a:r>
              <a:rPr lang="en-US" dirty="0"/>
              <a:t>*</a:t>
            </a:r>
            <a:r>
              <a:rPr lang="en-US" baseline="30000" dirty="0"/>
              <a:t>1</a:t>
            </a:r>
            <a:r>
              <a:rPr lang="en-US" dirty="0"/>
              <a:t> Life expectancy data (2019-2024): UN DATA</a:t>
            </a:r>
            <a:br>
              <a:rPr lang="en-US" dirty="0"/>
            </a:br>
            <a:r>
              <a:rPr lang="en-US" dirty="0"/>
              <a:t>*</a:t>
            </a:r>
            <a:r>
              <a:rPr lang="en-US" baseline="30000" dirty="0"/>
              <a:t>2 </a:t>
            </a:r>
            <a:r>
              <a:rPr lang="en-US" dirty="0"/>
              <a:t>COVID-19 period: WHO</a:t>
            </a:r>
            <a:br>
              <a:rPr lang="en-US" dirty="0"/>
            </a:br>
            <a:r>
              <a:rPr lang="en-US" dirty="0"/>
              <a:t>*</a:t>
            </a:r>
            <a:r>
              <a:rPr lang="en-US" baseline="30000" dirty="0"/>
              <a:t>3 </a:t>
            </a:r>
            <a:r>
              <a:rPr lang="en-US" dirty="0"/>
              <a:t>Regional breakdown: WHO</a:t>
            </a:r>
          </a:p>
        </p:txBody>
      </p:sp>
    </p:spTree>
    <p:extLst>
      <p:ext uri="{BB962C8B-B14F-4D97-AF65-F5344CB8AC3E}">
        <p14:creationId xmlns:p14="http://schemas.microsoft.com/office/powerpoint/2010/main" val="1109251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49DEC-83AD-5046-D8C5-B47685FA2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Quiz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3B8C1D-3650-5B02-6038-25AE442D0C7F}"/>
              </a:ext>
            </a:extLst>
          </p:cNvPr>
          <p:cNvSpPr txBox="1"/>
          <p:nvPr/>
        </p:nvSpPr>
        <p:spPr>
          <a:xfrm>
            <a:off x="705971" y="3321424"/>
            <a:ext cx="111617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How many years did global life expectancy change</a:t>
            </a:r>
          </a:p>
          <a:p>
            <a:pPr algn="ctr"/>
            <a:r>
              <a:rPr lang="en-US" sz="2800" dirty="0"/>
              <a:t>before and after COVID-19?</a:t>
            </a:r>
          </a:p>
        </p:txBody>
      </p:sp>
    </p:spTree>
    <p:extLst>
      <p:ext uri="{BB962C8B-B14F-4D97-AF65-F5344CB8AC3E}">
        <p14:creationId xmlns:p14="http://schemas.microsoft.com/office/powerpoint/2010/main" val="2899084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C322A-82F4-7842-E2A4-1CE2BC80D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3BA5FA2-04AA-F0AA-01B8-12CD32F4BD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5" y="2311096"/>
            <a:ext cx="7342848" cy="44057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2D386D-D629-9826-66DD-6A1C2DD71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Global Life Expectancy (2019-2024)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2F8B15-B72F-8125-0C25-71CAC6592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9954" y="2812302"/>
            <a:ext cx="5057587" cy="3416300"/>
          </a:xfrm>
          <a:ln w="12700">
            <a:solidFill>
              <a:schemeClr val="tx2">
                <a:lumMod val="40000"/>
                <a:lumOff val="60000"/>
              </a:schemeClr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dirty="0"/>
              <a:t>Key Insights</a:t>
            </a:r>
          </a:p>
          <a:p>
            <a:r>
              <a:rPr lang="en-US" dirty="0"/>
              <a:t>Life Expectancy: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Female</a:t>
            </a:r>
            <a:r>
              <a:rPr lang="en-US" dirty="0"/>
              <a:t> &gt;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Both</a:t>
            </a:r>
            <a:r>
              <a:rPr lang="en-US" dirty="0"/>
              <a:t> &gt;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Male</a:t>
            </a:r>
          </a:p>
          <a:p>
            <a:pPr lvl="1"/>
            <a:endParaRPr lang="en-US" dirty="0"/>
          </a:p>
          <a:p>
            <a:r>
              <a:rPr lang="en-US" dirty="0"/>
              <a:t>COVID-19 Impact:</a:t>
            </a:r>
          </a:p>
          <a:p>
            <a:pPr lvl="1"/>
            <a:r>
              <a:rPr lang="en-US" dirty="0"/>
              <a:t>2021:Significant </a:t>
            </a:r>
            <a:r>
              <a:rPr lang="en-US" b="1" dirty="0"/>
              <a:t>drop</a:t>
            </a:r>
            <a:r>
              <a:rPr lang="en-US" dirty="0"/>
              <a:t> from 2019</a:t>
            </a:r>
          </a:p>
          <a:p>
            <a:pPr lvl="1"/>
            <a:r>
              <a:rPr lang="en-US" dirty="0"/>
              <a:t>2024: Recovery, with life expectancy about 1 year </a:t>
            </a:r>
            <a:r>
              <a:rPr lang="en-US" b="1" dirty="0"/>
              <a:t>higher</a:t>
            </a:r>
            <a:r>
              <a:rPr lang="en-US" dirty="0"/>
              <a:t> than 2019 for all groups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6CC0AE3-C665-508F-BF55-55DC84E97842}"/>
              </a:ext>
            </a:extLst>
          </p:cNvPr>
          <p:cNvSpPr/>
          <p:nvPr/>
        </p:nvSpPr>
        <p:spPr>
          <a:xfrm>
            <a:off x="3036793" y="6158753"/>
            <a:ext cx="531159" cy="336176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6408161-FE24-BE53-3CD7-BBBFD4791E30}"/>
              </a:ext>
            </a:extLst>
          </p:cNvPr>
          <p:cNvSpPr/>
          <p:nvPr/>
        </p:nvSpPr>
        <p:spPr>
          <a:xfrm>
            <a:off x="6100481" y="6155390"/>
            <a:ext cx="531159" cy="336176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308DC2D-F8CA-96DF-7EC2-AFC6272ACCC4}"/>
              </a:ext>
            </a:extLst>
          </p:cNvPr>
          <p:cNvSpPr/>
          <p:nvPr/>
        </p:nvSpPr>
        <p:spPr>
          <a:xfrm>
            <a:off x="973790" y="6228602"/>
            <a:ext cx="531159" cy="336176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8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4EB4C-66B9-F1F4-A384-561C5E590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1EF41-FA36-B7AD-D2AD-70EEE68BE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Regional Life Expectancy Trends (2019-2021)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808B3-AE59-126D-F9D8-E27D4B727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447" y="2643939"/>
            <a:ext cx="11403106" cy="706964"/>
          </a:xfrm>
        </p:spPr>
        <p:txBody>
          <a:bodyPr>
            <a:normAutofit/>
          </a:bodyPr>
          <a:lstStyle/>
          <a:p>
            <a:r>
              <a:rPr lang="en-US" b="1" dirty="0"/>
              <a:t>EURO (European Region)</a:t>
            </a:r>
            <a:r>
              <a:rPr lang="en-US" dirty="0"/>
              <a:t> and </a:t>
            </a:r>
            <a:r>
              <a:rPr lang="en-US" b="1" dirty="0"/>
              <a:t>AMRO (Americas Region)</a:t>
            </a:r>
            <a:r>
              <a:rPr lang="en-US" dirty="0"/>
              <a:t> saw a larger drop in life expectancy due to COVID-19, while </a:t>
            </a:r>
            <a:r>
              <a:rPr lang="en-US" b="1" dirty="0"/>
              <a:t>Africa</a:t>
            </a:r>
            <a:r>
              <a:rPr lang="en-US" dirty="0"/>
              <a:t> and </a:t>
            </a:r>
            <a:r>
              <a:rPr lang="en-US" b="1" dirty="0"/>
              <a:t>Asia</a:t>
            </a:r>
            <a:r>
              <a:rPr lang="en-US" dirty="0"/>
              <a:t> were less impacted.</a:t>
            </a:r>
          </a:p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FDD929-081C-5C6D-1923-5C25D62E85DE}"/>
              </a:ext>
            </a:extLst>
          </p:cNvPr>
          <p:cNvSpPr txBox="1">
            <a:spLocks/>
          </p:cNvSpPr>
          <p:nvPr/>
        </p:nvSpPr>
        <p:spPr>
          <a:xfrm>
            <a:off x="9639299" y="4119063"/>
            <a:ext cx="2422713" cy="2602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AFRO: African Region</a:t>
            </a:r>
          </a:p>
          <a:p>
            <a:pPr marL="0" indent="0">
              <a:buNone/>
            </a:pPr>
            <a:r>
              <a:rPr lang="en-US" sz="1200" dirty="0"/>
              <a:t>AMRO: Americas Region</a:t>
            </a:r>
          </a:p>
          <a:p>
            <a:pPr marL="0" indent="0">
              <a:buNone/>
            </a:pPr>
            <a:r>
              <a:rPr lang="en-US" sz="1200" dirty="0"/>
              <a:t>EMRO: Eastern Mediterranean Region</a:t>
            </a:r>
          </a:p>
          <a:p>
            <a:pPr marL="0" indent="0">
              <a:buNone/>
            </a:pPr>
            <a:r>
              <a:rPr lang="en-US" sz="1200" dirty="0"/>
              <a:t>EURO: European Region</a:t>
            </a:r>
          </a:p>
          <a:p>
            <a:pPr marL="0" indent="0">
              <a:buNone/>
            </a:pPr>
            <a:r>
              <a:rPr lang="en-US" sz="1200" dirty="0"/>
              <a:t>SEARO: South-East Asia Region</a:t>
            </a:r>
          </a:p>
          <a:p>
            <a:pPr marL="0" indent="0">
              <a:buNone/>
            </a:pPr>
            <a:r>
              <a:rPr lang="en-US" sz="1200" dirty="0"/>
              <a:t>WPRO: Western Pacific Region</a:t>
            </a:r>
          </a:p>
          <a:p>
            <a:pPr marL="0" indent="0">
              <a:buNone/>
            </a:pPr>
            <a:r>
              <a:rPr lang="en-US" sz="1200" dirty="0"/>
              <a:t>World: Global (All Regions)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1266316-F09C-EB25-9F39-F2BE314BA4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230840" y="3860579"/>
            <a:ext cx="9262783" cy="274024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6DECEFB2-C41D-9B02-5650-86C20199FBF1}"/>
              </a:ext>
            </a:extLst>
          </p:cNvPr>
          <p:cNvSpPr/>
          <p:nvPr/>
        </p:nvSpPr>
        <p:spPr>
          <a:xfrm>
            <a:off x="968188" y="4071779"/>
            <a:ext cx="531159" cy="35208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9DD33B1-E142-E2F2-EA21-0FA22C049D15}"/>
              </a:ext>
            </a:extLst>
          </p:cNvPr>
          <p:cNvSpPr/>
          <p:nvPr/>
        </p:nvSpPr>
        <p:spPr>
          <a:xfrm>
            <a:off x="7030570" y="4095421"/>
            <a:ext cx="531159" cy="35208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F514082-0089-3DDE-A8AD-F174A37523D3}"/>
              </a:ext>
            </a:extLst>
          </p:cNvPr>
          <p:cNvSpPr/>
          <p:nvPr/>
        </p:nvSpPr>
        <p:spPr>
          <a:xfrm>
            <a:off x="1779494" y="4071779"/>
            <a:ext cx="531159" cy="35208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A3585F1-70D3-96B3-8334-54093BA2B894}"/>
              </a:ext>
            </a:extLst>
          </p:cNvPr>
          <p:cNvSpPr/>
          <p:nvPr/>
        </p:nvSpPr>
        <p:spPr>
          <a:xfrm>
            <a:off x="7767918" y="4095421"/>
            <a:ext cx="531159" cy="35208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51A178-77AA-3CA2-B019-4F991584E7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8" t="76773" r="76592" b="11754"/>
          <a:stretch/>
        </p:blipFill>
        <p:spPr>
          <a:xfrm>
            <a:off x="9639299" y="3420252"/>
            <a:ext cx="954658" cy="62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82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B49DD-01D0-E6B3-97D0-A3807DAD8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0B831-0773-74CE-8B03-6A70AED00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Regional Life Expectancy Trends (2022-2024)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A9DF4-8AE2-B1F8-D9B1-48DD90FCE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193" y="2649567"/>
            <a:ext cx="11100547" cy="779433"/>
          </a:xfrm>
        </p:spPr>
        <p:txBody>
          <a:bodyPr/>
          <a:lstStyle/>
          <a:p>
            <a:r>
              <a:rPr lang="en-US" b="1" dirty="0"/>
              <a:t>EURO (European Region)</a:t>
            </a:r>
            <a:r>
              <a:rPr lang="en-US" dirty="0"/>
              <a:t> and </a:t>
            </a:r>
            <a:r>
              <a:rPr lang="en-US" b="1" dirty="0"/>
              <a:t>AMRO (Americas Region)</a:t>
            </a:r>
            <a:r>
              <a:rPr lang="en-US" dirty="0"/>
              <a:t> saw notable recovery between 2022 and 2024.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1B5C-C1F3-62E3-2196-02053CE9A6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53" b="1"/>
          <a:stretch/>
        </p:blipFill>
        <p:spPr>
          <a:xfrm>
            <a:off x="306509" y="3839135"/>
            <a:ext cx="9175725" cy="289853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08A7A99-8C9E-E95F-2AD5-084B400D6BB4}"/>
              </a:ext>
            </a:extLst>
          </p:cNvPr>
          <p:cNvSpPr txBox="1">
            <a:spLocks/>
          </p:cNvSpPr>
          <p:nvPr/>
        </p:nvSpPr>
        <p:spPr>
          <a:xfrm>
            <a:off x="9643591" y="4135662"/>
            <a:ext cx="2422713" cy="26020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/>
              <a:t>AFRO: African Region</a:t>
            </a:r>
          </a:p>
          <a:p>
            <a:pPr marL="0" indent="0">
              <a:buNone/>
            </a:pPr>
            <a:r>
              <a:rPr lang="en-US" sz="1200" dirty="0"/>
              <a:t>AMRO: Americas Region</a:t>
            </a:r>
          </a:p>
          <a:p>
            <a:pPr marL="0" indent="0">
              <a:buNone/>
            </a:pPr>
            <a:r>
              <a:rPr lang="en-US" sz="1200" dirty="0"/>
              <a:t>EMRO: Eastern Mediterranean Region</a:t>
            </a:r>
          </a:p>
          <a:p>
            <a:pPr marL="0" indent="0">
              <a:buNone/>
            </a:pPr>
            <a:r>
              <a:rPr lang="en-US" sz="1200" dirty="0"/>
              <a:t>EURO: European Region</a:t>
            </a:r>
          </a:p>
          <a:p>
            <a:pPr marL="0" indent="0">
              <a:buNone/>
            </a:pPr>
            <a:r>
              <a:rPr lang="en-US" sz="1200" dirty="0"/>
              <a:t>SEARO: South-East Asia Region</a:t>
            </a:r>
          </a:p>
          <a:p>
            <a:pPr marL="0" indent="0">
              <a:buNone/>
            </a:pPr>
            <a:r>
              <a:rPr lang="en-US" sz="1200" dirty="0"/>
              <a:t>WPRO: Western Pacific Region</a:t>
            </a:r>
          </a:p>
          <a:p>
            <a:pPr marL="0" indent="0">
              <a:buNone/>
            </a:pPr>
            <a:r>
              <a:rPr lang="en-US" sz="1200" dirty="0"/>
              <a:t>World: Global (All Regions)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1B3FE7B-B26D-3F4E-FC4F-16179973A427}"/>
              </a:ext>
            </a:extLst>
          </p:cNvPr>
          <p:cNvSpPr/>
          <p:nvPr/>
        </p:nvSpPr>
        <p:spPr>
          <a:xfrm>
            <a:off x="1008529" y="4135662"/>
            <a:ext cx="531159" cy="35208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A00FF3B-5316-4B54-7258-E4D7CCF869E9}"/>
              </a:ext>
            </a:extLst>
          </p:cNvPr>
          <p:cNvSpPr/>
          <p:nvPr/>
        </p:nvSpPr>
        <p:spPr>
          <a:xfrm>
            <a:off x="7070911" y="4159304"/>
            <a:ext cx="531159" cy="35208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DF2E2F5-65F4-4486-7C40-186A8DE55071}"/>
              </a:ext>
            </a:extLst>
          </p:cNvPr>
          <p:cNvSpPr/>
          <p:nvPr/>
        </p:nvSpPr>
        <p:spPr>
          <a:xfrm>
            <a:off x="1819835" y="4135662"/>
            <a:ext cx="531159" cy="35208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4CAE623-45D7-08D1-81C2-55EF83323A0D}"/>
              </a:ext>
            </a:extLst>
          </p:cNvPr>
          <p:cNvSpPr/>
          <p:nvPr/>
        </p:nvSpPr>
        <p:spPr>
          <a:xfrm>
            <a:off x="7808259" y="4159304"/>
            <a:ext cx="531159" cy="352084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ABF2E0-4A49-49B0-8F0A-7A5199ED2C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8" t="76773" r="76592" b="11754"/>
          <a:stretch/>
        </p:blipFill>
        <p:spPr>
          <a:xfrm>
            <a:off x="9643591" y="3429000"/>
            <a:ext cx="954658" cy="62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518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2DB6A-2DE2-9335-D13E-6F5082618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0E1EB-4643-4595-9990-1291E7CCC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Methods</a:t>
            </a:r>
            <a:r>
              <a:rPr lang="ja-JP" altLang="en-US" dirty="0"/>
              <a:t>　</a:t>
            </a:r>
            <a:r>
              <a:rPr lang="en-US" dirty="0"/>
              <a:t>(T-test &amp; ANOVA)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F02B76B-4F3F-4901-97B9-BB492CE34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54" y="2727324"/>
            <a:ext cx="5771926" cy="2906994"/>
          </a:xfr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u="sng" dirty="0"/>
              <a:t>T-test</a:t>
            </a:r>
            <a:endParaRPr lang="en-US" u="sng" dirty="0"/>
          </a:p>
          <a:p>
            <a:r>
              <a:rPr lang="en-US" b="1" dirty="0"/>
              <a:t>Purpose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To compare life expectancy between males and females before and after COVID.</a:t>
            </a:r>
          </a:p>
          <a:p>
            <a:endParaRPr lang="en-US" dirty="0"/>
          </a:p>
          <a:p>
            <a:r>
              <a:rPr lang="en-US" b="1" dirty="0"/>
              <a:t>Formula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t = (x̄₁ - x̄₂) / √(s₁²/n₁ + s₂²/n₂)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8061072-8E21-509E-1FDA-0A7FFD15BFBD}"/>
              </a:ext>
            </a:extLst>
          </p:cNvPr>
          <p:cNvSpPr txBox="1">
            <a:spLocks/>
          </p:cNvSpPr>
          <p:nvPr/>
        </p:nvSpPr>
        <p:spPr>
          <a:xfrm>
            <a:off x="5981700" y="2727324"/>
            <a:ext cx="6001033" cy="2906994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US" sz="2000" b="1" u="sng" dirty="0"/>
              <a:t>ANOVA</a:t>
            </a:r>
            <a:endParaRPr lang="en-US" u="sng" dirty="0"/>
          </a:p>
          <a:p>
            <a:r>
              <a:rPr lang="en-US" b="1" dirty="0"/>
              <a:t>Purpose:</a:t>
            </a:r>
          </a:p>
          <a:p>
            <a:pPr lvl="1"/>
            <a:r>
              <a:rPr lang="en-US" dirty="0"/>
              <a:t>To analyze life expectancy differences across regions and years.</a:t>
            </a:r>
          </a:p>
          <a:p>
            <a:endParaRPr lang="en-US" dirty="0"/>
          </a:p>
          <a:p>
            <a:r>
              <a:rPr lang="en-US" b="1" dirty="0"/>
              <a:t>Formula: </a:t>
            </a:r>
          </a:p>
          <a:p>
            <a:pPr lvl="1"/>
            <a:r>
              <a:rPr lang="en-US" dirty="0"/>
              <a:t>F = Variance </a:t>
            </a:r>
            <a:r>
              <a:rPr lang="en-US" b="1" dirty="0"/>
              <a:t>between</a:t>
            </a:r>
            <a:r>
              <a:rPr lang="en-US" dirty="0"/>
              <a:t> groups / Variance </a:t>
            </a:r>
            <a:r>
              <a:rPr lang="en-US" b="1" dirty="0"/>
              <a:t>within</a:t>
            </a:r>
            <a:r>
              <a:rPr lang="en-US" dirty="0"/>
              <a:t> groups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CB3F8B-D664-8C5C-15C3-D6315C78160F}"/>
              </a:ext>
            </a:extLst>
          </p:cNvPr>
          <p:cNvSpPr txBox="1"/>
          <p:nvPr/>
        </p:nvSpPr>
        <p:spPr>
          <a:xfrm>
            <a:off x="3176391" y="6311678"/>
            <a:ext cx="6094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p-value less than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0.05</a:t>
            </a:r>
            <a:r>
              <a:rPr lang="en-US" dirty="0"/>
              <a:t> suggests significant differences.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99935773-FA43-A342-36D3-F451BB264729}"/>
              </a:ext>
            </a:extLst>
          </p:cNvPr>
          <p:cNvSpPr/>
          <p:nvPr/>
        </p:nvSpPr>
        <p:spPr>
          <a:xfrm>
            <a:off x="5489760" y="5753394"/>
            <a:ext cx="983879" cy="41685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861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6E6B8-89D1-E0EF-443E-857537C78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89A2D-3DB8-AD65-48C0-ED412936F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(T-test &amp; ANOVA)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DD9EA47-9533-439A-FC1D-DC0E90B1B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491" y="2452263"/>
            <a:ext cx="5762200" cy="3837250"/>
          </a:xfr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u="sng" dirty="0"/>
              <a:t>T-test</a:t>
            </a:r>
            <a:r>
              <a:rPr lang="en-US" dirty="0"/>
              <a:t>(Gender Comparison)</a:t>
            </a:r>
          </a:p>
          <a:p>
            <a:pPr marL="0" indent="0" algn="ctr">
              <a:buNone/>
            </a:pPr>
            <a:endParaRPr lang="en-US" u="sng" dirty="0"/>
          </a:p>
          <a:p>
            <a:r>
              <a:rPr lang="en-US" b="1" dirty="0"/>
              <a:t>Pre-COVID: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p-value =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0.1501</a:t>
            </a:r>
          </a:p>
          <a:p>
            <a:endParaRPr lang="en-US" dirty="0"/>
          </a:p>
          <a:p>
            <a:r>
              <a:rPr lang="en-US" b="1" dirty="0"/>
              <a:t>Post-COVID:</a:t>
            </a:r>
          </a:p>
          <a:p>
            <a:pPr lvl="1"/>
            <a:r>
              <a:rPr lang="en-US" dirty="0"/>
              <a:t>p-value =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0.1133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25B1934-4315-8E42-92B9-60D9EF40811B}"/>
              </a:ext>
            </a:extLst>
          </p:cNvPr>
          <p:cNvSpPr txBox="1">
            <a:spLocks/>
          </p:cNvSpPr>
          <p:nvPr/>
        </p:nvSpPr>
        <p:spPr>
          <a:xfrm>
            <a:off x="6139311" y="2456859"/>
            <a:ext cx="5762199" cy="3832654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US" sz="2000" b="1" u="sng" dirty="0"/>
              <a:t>ANOVA</a:t>
            </a:r>
            <a:r>
              <a:rPr lang="en-US" dirty="0"/>
              <a:t>(Region and Year Comparison)</a:t>
            </a:r>
          </a:p>
          <a:p>
            <a:pPr marL="0" indent="0" algn="ctr">
              <a:buFont typeface="Wingdings 3" charset="2"/>
              <a:buNone/>
            </a:pPr>
            <a:endParaRPr lang="en-US" u="sng" dirty="0"/>
          </a:p>
          <a:p>
            <a:r>
              <a:rPr lang="en-US" dirty="0"/>
              <a:t>Region: </a:t>
            </a:r>
          </a:p>
          <a:p>
            <a:pPr lvl="1"/>
            <a:r>
              <a:rPr lang="en-US" dirty="0"/>
              <a:t>p-value =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3.1482e-44</a:t>
            </a:r>
          </a:p>
          <a:p>
            <a:endParaRPr lang="en-US" dirty="0"/>
          </a:p>
          <a:p>
            <a:r>
              <a:rPr lang="en-US" dirty="0"/>
              <a:t>Year: </a:t>
            </a:r>
          </a:p>
          <a:p>
            <a:pPr lvl="1"/>
            <a:r>
              <a:rPr lang="en-US" dirty="0"/>
              <a:t>p-value =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0.7499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F8AEAF-41A5-1789-5626-713C0B3EBC64}"/>
              </a:ext>
            </a:extLst>
          </p:cNvPr>
          <p:cNvSpPr txBox="1"/>
          <p:nvPr/>
        </p:nvSpPr>
        <p:spPr>
          <a:xfrm>
            <a:off x="530106" y="5503057"/>
            <a:ext cx="5150223" cy="646331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No significant difference in life expectancy between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genders</a:t>
            </a:r>
            <a:r>
              <a:rPr lang="en-US" dirty="0"/>
              <a:t> (p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&gt;</a:t>
            </a:r>
            <a:r>
              <a:rPr lang="en-US" dirty="0"/>
              <a:t> 0.05).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9E8971-A903-5DB8-FE90-ACA28C4C2A63}"/>
              </a:ext>
            </a:extLst>
          </p:cNvPr>
          <p:cNvSpPr txBox="1"/>
          <p:nvPr/>
        </p:nvSpPr>
        <p:spPr>
          <a:xfrm>
            <a:off x="6511671" y="5503057"/>
            <a:ext cx="5150223" cy="646331"/>
          </a:xfrm>
          <a:prstGeom prst="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Significant differences in life expectancy by </a:t>
            </a:r>
            <a:r>
              <a:rPr lang="en-US" b="1" dirty="0">
                <a:solidFill>
                  <a:srgbClr val="7030A0"/>
                </a:solidFill>
              </a:rPr>
              <a:t>region </a:t>
            </a:r>
            <a:r>
              <a:rPr lang="en-US" dirty="0"/>
              <a:t>(p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&lt;</a:t>
            </a:r>
            <a:r>
              <a:rPr lang="en-US" dirty="0"/>
              <a:t> 0.05), but not by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year </a:t>
            </a:r>
            <a:r>
              <a:rPr lang="en-US" dirty="0"/>
              <a:t>(p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&gt;</a:t>
            </a:r>
            <a:r>
              <a:rPr lang="en-US" dirty="0"/>
              <a:t> 0.05).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154568-FC6C-FC12-852B-B6EBF9D5AA35}"/>
              </a:ext>
            </a:extLst>
          </p:cNvPr>
          <p:cNvSpPr txBox="1"/>
          <p:nvPr/>
        </p:nvSpPr>
        <p:spPr>
          <a:xfrm>
            <a:off x="8425786" y="6410614"/>
            <a:ext cx="35160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Rounded all p-values to 4 decimal places </a:t>
            </a:r>
          </a:p>
        </p:txBody>
      </p:sp>
    </p:spTree>
    <p:extLst>
      <p:ext uri="{BB962C8B-B14F-4D97-AF65-F5344CB8AC3E}">
        <p14:creationId xmlns:p14="http://schemas.microsoft.com/office/powerpoint/2010/main" val="2392590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9F244-B0D4-05A7-4AF5-17A4D3451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8AD42-BFB9-5E7F-165E-D7CC7325E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 from Statistical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8289E-2268-6AC4-408C-1544D841A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29" y="2635624"/>
            <a:ext cx="5773271" cy="347606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Gender: </a:t>
            </a:r>
          </a:p>
          <a:p>
            <a:pPr lvl="1"/>
            <a:r>
              <a:rPr lang="en-US" b="1" dirty="0"/>
              <a:t>No</a:t>
            </a:r>
            <a:r>
              <a:rPr lang="en-US" dirty="0"/>
              <a:t> significant difference in life expectancy between males and females (p &gt; 0.05).</a:t>
            </a:r>
          </a:p>
          <a:p>
            <a:endParaRPr lang="en-US" dirty="0"/>
          </a:p>
          <a:p>
            <a:r>
              <a:rPr lang="en-US" b="1" dirty="0"/>
              <a:t>Region:</a:t>
            </a:r>
          </a:p>
          <a:p>
            <a:pPr lvl="1"/>
            <a:r>
              <a:rPr lang="en-US" b="1" dirty="0"/>
              <a:t>Significant</a:t>
            </a:r>
            <a:r>
              <a:rPr lang="en-US" dirty="0"/>
              <a:t> differences in life expectancy across regions (p &lt; 0.001)</a:t>
            </a:r>
          </a:p>
          <a:p>
            <a:pPr lvl="1"/>
            <a:endParaRPr lang="en-US" dirty="0"/>
          </a:p>
          <a:p>
            <a:r>
              <a:rPr lang="en-US" b="1" dirty="0"/>
              <a:t>Year:</a:t>
            </a:r>
          </a:p>
          <a:p>
            <a:pPr lvl="1"/>
            <a:r>
              <a:rPr lang="en-US" b="1" dirty="0"/>
              <a:t>No</a:t>
            </a:r>
            <a:r>
              <a:rPr lang="en-US" dirty="0"/>
              <a:t> significant changes globally over time (p &gt; 0.05)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C9AC38-76A5-00E1-56A1-392A895CAB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5" r="11316"/>
          <a:stretch/>
        </p:blipFill>
        <p:spPr>
          <a:xfrm>
            <a:off x="5943600" y="2286430"/>
            <a:ext cx="6125135" cy="440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606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5E05E-3CDD-3B0C-2E10-C968319D5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7A218-D166-E8F5-66E6-9BF8AE26C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514" y="912253"/>
            <a:ext cx="9346909" cy="706964"/>
          </a:xfrm>
        </p:spPr>
        <p:txBody>
          <a:bodyPr/>
          <a:lstStyle/>
          <a:p>
            <a:pPr algn="ctr"/>
            <a:r>
              <a:rPr lang="en-US" dirty="0"/>
              <a:t>Trends in Global Life Expectancy by Region (2019-2024)</a:t>
            </a:r>
          </a:p>
        </p:txBody>
      </p:sp>
      <p:pic>
        <p:nvPicPr>
          <p:cNvPr id="4" name="Untitled video - Made with Clipchamp (1)">
            <a:hlinkClick r:id="" action="ppaction://media"/>
            <a:extLst>
              <a:ext uri="{FF2B5EF4-FFF2-40B4-BE49-F238E27FC236}">
                <a16:creationId xmlns:a16="http://schemas.microsoft.com/office/drawing/2014/main" id="{A8FF2FCD-8232-4CC8-154D-0659A012964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8990" t="16744" r="5946" b="1630"/>
          <a:stretch/>
        </p:blipFill>
        <p:spPr>
          <a:xfrm>
            <a:off x="2440202" y="2373562"/>
            <a:ext cx="7739221" cy="41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506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6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63351-8BE0-95CA-3500-4C3FDD877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We Can and Cannot Conclude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FB64-811A-63D4-D5B0-3FC39298D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830" y="2664915"/>
            <a:ext cx="8825659" cy="3416300"/>
          </a:xfrm>
        </p:spPr>
        <p:txBody>
          <a:bodyPr>
            <a:normAutofit/>
          </a:bodyPr>
          <a:lstStyle/>
          <a:p>
            <a:r>
              <a:rPr lang="en-US" b="1" dirty="0"/>
              <a:t>What We Can Conclude:</a:t>
            </a:r>
          </a:p>
          <a:p>
            <a:pPr lvl="1"/>
            <a:r>
              <a:rPr lang="en-US" b="1" dirty="0"/>
              <a:t>COVID-19</a:t>
            </a:r>
            <a:r>
              <a:rPr lang="en-US" dirty="0"/>
              <a:t> significantly impacted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life expectancy</a:t>
            </a:r>
            <a:r>
              <a:rPr lang="en-US" dirty="0"/>
              <a:t>, especially post-COVID.</a:t>
            </a:r>
          </a:p>
          <a:p>
            <a:pPr lvl="1"/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Regional differences </a:t>
            </a:r>
            <a:r>
              <a:rPr lang="en-US" dirty="0"/>
              <a:t>are statistically significant in life expectancy.</a:t>
            </a:r>
          </a:p>
          <a:p>
            <a:pPr lvl="1"/>
            <a:endParaRPr lang="en-US" dirty="0"/>
          </a:p>
          <a:p>
            <a:r>
              <a:rPr lang="en-US" b="1" dirty="0"/>
              <a:t>What We Cannot Conclude:</a:t>
            </a:r>
          </a:p>
          <a:p>
            <a:pPr lvl="1"/>
            <a:r>
              <a:rPr lang="en-US" b="1" dirty="0"/>
              <a:t>Long-term effects </a:t>
            </a:r>
            <a:r>
              <a:rPr lang="en-US" dirty="0"/>
              <a:t>of COVID-19 on life expectancy are unclear.</a:t>
            </a:r>
          </a:p>
          <a:p>
            <a:pPr lvl="1"/>
            <a:r>
              <a:rPr lang="en-US" b="1" dirty="0"/>
              <a:t>Social and economic factors </a:t>
            </a:r>
            <a:r>
              <a:rPr lang="en-US" dirty="0"/>
              <a:t>affecting life expectancy in regions remain uncertain.</a:t>
            </a:r>
          </a:p>
        </p:txBody>
      </p:sp>
    </p:spTree>
    <p:extLst>
      <p:ext uri="{BB962C8B-B14F-4D97-AF65-F5344CB8AC3E}">
        <p14:creationId xmlns:p14="http://schemas.microsoft.com/office/powerpoint/2010/main" val="3977318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54A48-6723-F463-769D-FC07B7E9A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5C19A-EFDF-385D-EC5D-DC85CC8F4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967897"/>
          </a:xfrm>
        </p:spPr>
        <p:txBody>
          <a:bodyPr>
            <a:normAutofit/>
          </a:bodyPr>
          <a:lstStyle/>
          <a:p>
            <a:r>
              <a:rPr lang="en-US" b="1" dirty="0"/>
              <a:t>Data Expansion:</a:t>
            </a:r>
          </a:p>
          <a:p>
            <a:pPr lvl="1"/>
            <a:r>
              <a:rPr lang="en-US" dirty="0"/>
              <a:t>Gather more detailed data (gender, age, urban/rural, socio-economics).</a:t>
            </a:r>
          </a:p>
          <a:p>
            <a:endParaRPr lang="en-US" dirty="0"/>
          </a:p>
          <a:p>
            <a:r>
              <a:rPr lang="en-US" b="1" dirty="0"/>
              <a:t>Prediction Models:</a:t>
            </a:r>
          </a:p>
          <a:p>
            <a:pPr lvl="1"/>
            <a:r>
              <a:rPr lang="en-US" dirty="0"/>
              <a:t>Develop ML models for future trends.</a:t>
            </a:r>
          </a:p>
          <a:p>
            <a:pPr lvl="1"/>
            <a:endParaRPr lang="en-US" dirty="0"/>
          </a:p>
          <a:p>
            <a:r>
              <a:rPr lang="en-US" b="1" dirty="0"/>
              <a:t>Socioeconomic Impact:</a:t>
            </a:r>
          </a:p>
          <a:p>
            <a:pPr lvl="1"/>
            <a:r>
              <a:rPr lang="en-US" dirty="0"/>
              <a:t>Study healthcare, education, and economy effects.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435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FFC17-16E7-90CD-6A0E-E00EEF77A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List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7113D-C53E-FA13-5CDA-6DE0E56FE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United Nations (n.d.) </a:t>
            </a:r>
            <a:r>
              <a:rPr lang="en-US" i="1" dirty="0"/>
              <a:t>UN Data</a:t>
            </a:r>
            <a:r>
              <a:rPr lang="en-US" dirty="0"/>
              <a:t>. Available at: </a:t>
            </a:r>
            <a:r>
              <a:rPr lang="en-US" dirty="0">
                <a:hlinkClick r:id="rId3"/>
              </a:rPr>
              <a:t>https://data.un.org/</a:t>
            </a:r>
            <a:r>
              <a:rPr lang="en-US" dirty="0"/>
              <a:t> (Accessed: 13 January 2025).</a:t>
            </a:r>
          </a:p>
          <a:p>
            <a:endParaRPr lang="en-US" dirty="0"/>
          </a:p>
          <a:p>
            <a:r>
              <a:rPr lang="en-US" dirty="0"/>
              <a:t>World Health Organization (n.d.) </a:t>
            </a:r>
            <a:r>
              <a:rPr lang="en-US" i="1" dirty="0"/>
              <a:t>Global regions and WHO regional offices</a:t>
            </a:r>
            <a:r>
              <a:rPr lang="en-US" dirty="0"/>
              <a:t>. Available at: </a:t>
            </a:r>
            <a:r>
              <a:rPr lang="en-US" dirty="0">
                <a:hlinkClick r:id="rId4"/>
              </a:rPr>
              <a:t>https://www.who.int/about/who-we-are/regional-offices</a:t>
            </a:r>
            <a:r>
              <a:rPr lang="en-US" dirty="0"/>
              <a:t> (Accessed: 13 January 2025).</a:t>
            </a:r>
          </a:p>
          <a:p>
            <a:endParaRPr lang="en-US" dirty="0"/>
          </a:p>
          <a:p>
            <a:r>
              <a:rPr lang="en-US" dirty="0"/>
              <a:t>World Health Organization (n.d.) </a:t>
            </a:r>
            <a:r>
              <a:rPr lang="en-US" i="1" dirty="0"/>
              <a:t>The coronavirus disease (COVID-19) pandemic</a:t>
            </a:r>
            <a:r>
              <a:rPr lang="en-US" dirty="0"/>
              <a:t>. Available at: </a:t>
            </a:r>
            <a:r>
              <a:rPr lang="en-US" dirty="0">
                <a:hlinkClick r:id="rId5"/>
              </a:rPr>
              <a:t>https://www.who.int/europe/emergencies/situations/covid-19</a:t>
            </a:r>
            <a:r>
              <a:rPr lang="en-US" dirty="0"/>
              <a:t> (Accessed: 13 January 2025).</a:t>
            </a:r>
          </a:p>
        </p:txBody>
      </p:sp>
    </p:spTree>
    <p:extLst>
      <p:ext uri="{BB962C8B-B14F-4D97-AF65-F5344CB8AC3E}">
        <p14:creationId xmlns:p14="http://schemas.microsoft.com/office/powerpoint/2010/main" val="2778425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E0B0E2-0F98-9861-F26B-8246C78A01A7}"/>
              </a:ext>
            </a:extLst>
          </p:cNvPr>
          <p:cNvSpPr txBox="1"/>
          <p:nvPr/>
        </p:nvSpPr>
        <p:spPr>
          <a:xfrm>
            <a:off x="464025" y="3307776"/>
            <a:ext cx="112128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890103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432</TotalTime>
  <Words>2299</Words>
  <Application>Microsoft Office PowerPoint</Application>
  <PresentationFormat>Widescreen</PresentationFormat>
  <Paragraphs>257</Paragraphs>
  <Slides>15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 3</vt:lpstr>
      <vt:lpstr>Ion Boardroom</vt:lpstr>
      <vt:lpstr>Transition of Life Expectancy Before and After COVID-19</vt:lpstr>
      <vt:lpstr>Overview  To analyze the impact of COVID-19 on life expectancy across different genders and regions</vt:lpstr>
      <vt:lpstr>Dataset Breakdown</vt:lpstr>
      <vt:lpstr>Quiz</vt:lpstr>
      <vt:lpstr>Global Life Expectancy (2019-2024)</vt:lpstr>
      <vt:lpstr>Regional Life Expectancy Trends (2019-2021)</vt:lpstr>
      <vt:lpstr>Regional Life Expectancy Trends (2022-2024)</vt:lpstr>
      <vt:lpstr>Statistical Methods　(T-test &amp; ANOVA)</vt:lpstr>
      <vt:lpstr>Results (T-test &amp; ANOVA)</vt:lpstr>
      <vt:lpstr>Key Insights from Statistical Analysis</vt:lpstr>
      <vt:lpstr>Trends in Global Life Expectancy by Region (2019-2024)</vt:lpstr>
      <vt:lpstr>What We Can and Cannot Conclude</vt:lpstr>
      <vt:lpstr>Future Challenges</vt:lpstr>
      <vt:lpstr>Reference List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 K</dc:creator>
  <cp:lastModifiedBy>Y K</cp:lastModifiedBy>
  <cp:revision>2</cp:revision>
  <dcterms:created xsi:type="dcterms:W3CDTF">2025-01-11T16:16:04Z</dcterms:created>
  <dcterms:modified xsi:type="dcterms:W3CDTF">2025-01-14T10:38:49Z</dcterms:modified>
</cp:coreProperties>
</file>